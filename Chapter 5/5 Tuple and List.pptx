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60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0" r:id="rId12"/>
    <p:sldId id="371" r:id="rId13"/>
    <p:sldId id="372" r:id="rId14"/>
    <p:sldId id="373" r:id="rId15"/>
    <p:sldId id="374" r:id="rId16"/>
    <p:sldId id="375" r:id="rId17"/>
    <p:sldId id="376" r:id="rId18"/>
    <p:sldId id="377" r:id="rId19"/>
    <p:sldId id="378" r:id="rId20"/>
    <p:sldId id="379" r:id="rId21"/>
    <p:sldId id="380" r:id="rId22"/>
    <p:sldId id="381" r:id="rId23"/>
    <p:sldId id="382" r:id="rId24"/>
    <p:sldId id="332" r:id="rId25"/>
    <p:sldId id="383" r:id="rId26"/>
    <p:sldId id="384" r:id="rId27"/>
    <p:sldId id="385" r:id="rId28"/>
    <p:sldId id="386" r:id="rId29"/>
    <p:sldId id="387" r:id="rId30"/>
    <p:sldId id="388" r:id="rId31"/>
    <p:sldId id="389" r:id="rId32"/>
  </p:sldIdLst>
  <p:sldSz cx="12192000" cy="6858000"/>
  <p:notesSz cx="6797675" cy="9926638"/>
  <p:custDataLst>
    <p:tags r:id="rId35"/>
  </p:custDataLst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6785"/>
    <a:srgbClr val="4584B6"/>
    <a:srgbClr val="FFDE57"/>
    <a:srgbClr val="646464"/>
    <a:srgbClr val="CC00FF"/>
    <a:srgbClr val="D5AD42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Stijl, gemiddeld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Stijl, licht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s Bartholomeus" userId="fdad893c-ea0f-4e18-a760-ac9a83339ccd" providerId="ADAL" clId="{BAE1B1E4-B26E-4D63-93C1-22DFD688ABC6}"/>
    <pc:docChg chg="modSld modNotesMaster modHandout">
      <pc:chgData name="Hans Bartholomeus" userId="fdad893c-ea0f-4e18-a760-ac9a83339ccd" providerId="ADAL" clId="{BAE1B1E4-B26E-4D63-93C1-22DFD688ABC6}" dt="2020-08-25T13:32:34.686" v="51" actId="20577"/>
      <pc:docMkLst>
        <pc:docMk/>
      </pc:docMkLst>
      <pc:sldChg chg="modSp mod">
        <pc:chgData name="Hans Bartholomeus" userId="fdad893c-ea0f-4e18-a760-ac9a83339ccd" providerId="ADAL" clId="{BAE1B1E4-B26E-4D63-93C1-22DFD688ABC6}" dt="2020-08-25T13:24:51.693" v="50" actId="14100"/>
        <pc:sldMkLst>
          <pc:docMk/>
          <pc:sldMk cId="3100576318" sldId="371"/>
        </pc:sldMkLst>
        <pc:spChg chg="mod">
          <ac:chgData name="Hans Bartholomeus" userId="fdad893c-ea0f-4e18-a760-ac9a83339ccd" providerId="ADAL" clId="{BAE1B1E4-B26E-4D63-93C1-22DFD688ABC6}" dt="2020-08-25T13:24:51.693" v="50" actId="14100"/>
          <ac:spMkLst>
            <pc:docMk/>
            <pc:sldMk cId="3100576318" sldId="371"/>
            <ac:spMk id="38" creationId="{A4F62DC0-58C7-4451-B63A-867B81594867}"/>
          </ac:spMkLst>
        </pc:spChg>
        <pc:picChg chg="mod">
          <ac:chgData name="Hans Bartholomeus" userId="fdad893c-ea0f-4e18-a760-ac9a83339ccd" providerId="ADAL" clId="{BAE1B1E4-B26E-4D63-93C1-22DFD688ABC6}" dt="2020-08-25T13:24:48.962" v="49" actId="1036"/>
          <ac:picMkLst>
            <pc:docMk/>
            <pc:sldMk cId="3100576318" sldId="371"/>
            <ac:picMk id="8" creationId="{BDF06274-9119-4D42-8959-511BACFFB105}"/>
          </ac:picMkLst>
        </pc:picChg>
        <pc:picChg chg="mod">
          <ac:chgData name="Hans Bartholomeus" userId="fdad893c-ea0f-4e18-a760-ac9a83339ccd" providerId="ADAL" clId="{BAE1B1E4-B26E-4D63-93C1-22DFD688ABC6}" dt="2020-08-25T13:24:39.194" v="33" actId="1036"/>
          <ac:picMkLst>
            <pc:docMk/>
            <pc:sldMk cId="3100576318" sldId="371"/>
            <ac:picMk id="11" creationId="{4B8160AB-D187-4557-94C7-F4E8336D906B}"/>
          </ac:picMkLst>
        </pc:picChg>
        <pc:picChg chg="mod">
          <ac:chgData name="Hans Bartholomeus" userId="fdad893c-ea0f-4e18-a760-ac9a83339ccd" providerId="ADAL" clId="{BAE1B1E4-B26E-4D63-93C1-22DFD688ABC6}" dt="2020-08-25T13:24:32.700" v="18" actId="1036"/>
          <ac:picMkLst>
            <pc:docMk/>
            <pc:sldMk cId="3100576318" sldId="371"/>
            <ac:picMk id="12" creationId="{B70C300D-63E8-476E-9971-1EFB4078931D}"/>
          </ac:picMkLst>
        </pc:picChg>
      </pc:sldChg>
      <pc:sldChg chg="modSp mod">
        <pc:chgData name="Hans Bartholomeus" userId="fdad893c-ea0f-4e18-a760-ac9a83339ccd" providerId="ADAL" clId="{BAE1B1E4-B26E-4D63-93C1-22DFD688ABC6}" dt="2020-08-25T13:32:34.686" v="51" actId="20577"/>
        <pc:sldMkLst>
          <pc:docMk/>
          <pc:sldMk cId="370688825" sldId="375"/>
        </pc:sldMkLst>
        <pc:graphicFrameChg chg="modGraphic">
          <ac:chgData name="Hans Bartholomeus" userId="fdad893c-ea0f-4e18-a760-ac9a83339ccd" providerId="ADAL" clId="{BAE1B1E4-B26E-4D63-93C1-22DFD688ABC6}" dt="2020-08-25T13:32:34.686" v="51" actId="20577"/>
          <ac:graphicFrameMkLst>
            <pc:docMk/>
            <pc:sldMk cId="370688825" sldId="375"/>
            <ac:graphicFrameMk id="5" creationId="{777601E7-5A58-4007-966E-C058A682A574}"/>
          </ac:graphicFrameMkLst>
        </pc:graphicFrameChg>
      </pc:sldChg>
    </pc:docChg>
  </pc:docChgLst>
  <pc:docChgLst>
    <pc:chgData name="Eric Pauwels" userId="3a80159d-93b9-43cb-8c4f-9fabd2a5db77" providerId="ADAL" clId="{1C7BB719-625C-4CA1-801A-EE1F4A366AFC}"/>
    <pc:docChg chg="modSld">
      <pc:chgData name="Eric Pauwels" userId="3a80159d-93b9-43cb-8c4f-9fabd2a5db77" providerId="ADAL" clId="{1C7BB719-625C-4CA1-801A-EE1F4A366AFC}" dt="2021-10-03T08:02:00.615" v="66" actId="113"/>
      <pc:docMkLst>
        <pc:docMk/>
      </pc:docMkLst>
      <pc:sldChg chg="modSp mod">
        <pc:chgData name="Eric Pauwels" userId="3a80159d-93b9-43cb-8c4f-9fabd2a5db77" providerId="ADAL" clId="{1C7BB719-625C-4CA1-801A-EE1F4A366AFC}" dt="2021-10-03T08:02:00.615" v="66" actId="113"/>
        <pc:sldMkLst>
          <pc:docMk/>
          <pc:sldMk cId="2998353248" sldId="373"/>
        </pc:sldMkLst>
        <pc:spChg chg="mod">
          <ac:chgData name="Eric Pauwels" userId="3a80159d-93b9-43cb-8c4f-9fabd2a5db77" providerId="ADAL" clId="{1C7BB719-625C-4CA1-801A-EE1F4A366AFC}" dt="2021-10-03T08:02:00.615" v="66" actId="113"/>
          <ac:spMkLst>
            <pc:docMk/>
            <pc:sldMk cId="2998353248" sldId="373"/>
            <ac:spMk id="6" creationId="{95189104-458A-4CB8-A60F-8FAF39752C32}"/>
          </ac:spMkLst>
        </pc:spChg>
      </pc:sldChg>
    </pc:docChg>
  </pc:docChgLst>
  <pc:docChgLst>
    <pc:chgData name="Dirk Mervis" userId="197c8981-22eb-4dca-b603-0aa0f7d3451e" providerId="ADAL" clId="{2759D4CC-FECD-4F8B-974D-A6A81588FEB1}"/>
    <pc:docChg chg="modSld modShowInfo">
      <pc:chgData name="Dirk Mervis" userId="197c8981-22eb-4dca-b603-0aa0f7d3451e" providerId="ADAL" clId="{2759D4CC-FECD-4F8B-974D-A6A81588FEB1}" dt="2020-10-16T07:56:55.994" v="11" actId="20577"/>
      <pc:docMkLst>
        <pc:docMk/>
      </pc:docMkLst>
      <pc:sldChg chg="modSp mod">
        <pc:chgData name="Dirk Mervis" userId="197c8981-22eb-4dca-b603-0aa0f7d3451e" providerId="ADAL" clId="{2759D4CC-FECD-4F8B-974D-A6A81588FEB1}" dt="2020-10-16T07:24:43.949" v="2" actId="1076"/>
        <pc:sldMkLst>
          <pc:docMk/>
          <pc:sldMk cId="1566779199" sldId="381"/>
        </pc:sldMkLst>
        <pc:spChg chg="mod">
          <ac:chgData name="Dirk Mervis" userId="197c8981-22eb-4dca-b603-0aa0f7d3451e" providerId="ADAL" clId="{2759D4CC-FECD-4F8B-974D-A6A81588FEB1}" dt="2020-10-16T07:24:43.949" v="2" actId="1076"/>
          <ac:spMkLst>
            <pc:docMk/>
            <pc:sldMk cId="1566779199" sldId="381"/>
            <ac:spMk id="8" creationId="{F7654C79-CC3B-495E-A77A-B19BB340A517}"/>
          </ac:spMkLst>
        </pc:spChg>
      </pc:sldChg>
      <pc:sldChg chg="modSp mod">
        <pc:chgData name="Dirk Mervis" userId="197c8981-22eb-4dca-b603-0aa0f7d3451e" providerId="ADAL" clId="{2759D4CC-FECD-4F8B-974D-A6A81588FEB1}" dt="2020-10-16T07:56:55.994" v="11" actId="20577"/>
        <pc:sldMkLst>
          <pc:docMk/>
          <pc:sldMk cId="1999447413" sldId="388"/>
        </pc:sldMkLst>
        <pc:spChg chg="mod">
          <ac:chgData name="Dirk Mervis" userId="197c8981-22eb-4dca-b603-0aa0f7d3451e" providerId="ADAL" clId="{2759D4CC-FECD-4F8B-974D-A6A81588FEB1}" dt="2020-10-16T07:56:55.994" v="11" actId="20577"/>
          <ac:spMkLst>
            <pc:docMk/>
            <pc:sldMk cId="1999447413" sldId="388"/>
            <ac:spMk id="11" creationId="{045BA153-E375-40B9-A904-6E8A81569BF9}"/>
          </ac:spMkLst>
        </pc:spChg>
      </pc:sldChg>
    </pc:docChg>
  </pc:docChgLst>
  <pc:docChgLst>
    <pc:chgData name="Ellen Torfs" userId="c6aa1e10-4a12-4511-8c7c-135720d4f277" providerId="ADAL" clId="{B8603E9F-27EE-4E19-A5CA-5AC5DEC77088}"/>
    <pc:docChg chg="undo custSel addSld delSld modSld">
      <pc:chgData name="Ellen Torfs" userId="c6aa1e10-4a12-4511-8c7c-135720d4f277" providerId="ADAL" clId="{B8603E9F-27EE-4E19-A5CA-5AC5DEC77088}" dt="2021-09-06T14:02:20.093" v="522" actId="20577"/>
      <pc:docMkLst>
        <pc:docMk/>
      </pc:docMkLst>
      <pc:sldChg chg="modSp mod">
        <pc:chgData name="Ellen Torfs" userId="c6aa1e10-4a12-4511-8c7c-135720d4f277" providerId="ADAL" clId="{B8603E9F-27EE-4E19-A5CA-5AC5DEC77088}" dt="2021-09-06T13:34:49.181" v="507" actId="1076"/>
        <pc:sldMkLst>
          <pc:docMk/>
          <pc:sldMk cId="3629507239" sldId="368"/>
        </pc:sldMkLst>
        <pc:spChg chg="mod">
          <ac:chgData name="Ellen Torfs" userId="c6aa1e10-4a12-4511-8c7c-135720d4f277" providerId="ADAL" clId="{B8603E9F-27EE-4E19-A5CA-5AC5DEC77088}" dt="2021-09-06T13:34:44.468" v="506" actId="20577"/>
          <ac:spMkLst>
            <pc:docMk/>
            <pc:sldMk cId="3629507239" sldId="368"/>
            <ac:spMk id="3" creationId="{000B7E13-A0C9-4005-A2E5-7E3A2981C7DB}"/>
          </ac:spMkLst>
        </pc:spChg>
        <pc:picChg chg="mod">
          <ac:chgData name="Ellen Torfs" userId="c6aa1e10-4a12-4511-8c7c-135720d4f277" providerId="ADAL" clId="{B8603E9F-27EE-4E19-A5CA-5AC5DEC77088}" dt="2021-09-06T13:34:49.181" v="507" actId="1076"/>
          <ac:picMkLst>
            <pc:docMk/>
            <pc:sldMk cId="3629507239" sldId="368"/>
            <ac:picMk id="6" creationId="{B375F32A-572C-45A5-9450-1C54E2011B5A}"/>
          </ac:picMkLst>
        </pc:picChg>
      </pc:sldChg>
      <pc:sldChg chg="modSp mod">
        <pc:chgData name="Ellen Torfs" userId="c6aa1e10-4a12-4511-8c7c-135720d4f277" providerId="ADAL" clId="{B8603E9F-27EE-4E19-A5CA-5AC5DEC77088}" dt="2021-09-06T13:37:15.100" v="508" actId="1076"/>
        <pc:sldMkLst>
          <pc:docMk/>
          <pc:sldMk cId="3100576318" sldId="371"/>
        </pc:sldMkLst>
        <pc:spChg chg="mod">
          <ac:chgData name="Ellen Torfs" userId="c6aa1e10-4a12-4511-8c7c-135720d4f277" providerId="ADAL" clId="{B8603E9F-27EE-4E19-A5CA-5AC5DEC77088}" dt="2021-09-06T13:37:15.100" v="508" actId="1076"/>
          <ac:spMkLst>
            <pc:docMk/>
            <pc:sldMk cId="3100576318" sldId="371"/>
            <ac:spMk id="9" creationId="{1C944FD4-B592-4BA5-966F-AF0D77518EDF}"/>
          </ac:spMkLst>
        </pc:spChg>
      </pc:sldChg>
      <pc:sldChg chg="addSp mod">
        <pc:chgData name="Ellen Torfs" userId="c6aa1e10-4a12-4511-8c7c-135720d4f277" providerId="ADAL" clId="{B8603E9F-27EE-4E19-A5CA-5AC5DEC77088}" dt="2021-09-06T12:48:27.564" v="126" actId="22"/>
        <pc:sldMkLst>
          <pc:docMk/>
          <pc:sldMk cId="516730407" sldId="372"/>
        </pc:sldMkLst>
        <pc:spChg chg="add">
          <ac:chgData name="Ellen Torfs" userId="c6aa1e10-4a12-4511-8c7c-135720d4f277" providerId="ADAL" clId="{B8603E9F-27EE-4E19-A5CA-5AC5DEC77088}" dt="2021-09-06T12:48:27.564" v="126" actId="22"/>
          <ac:spMkLst>
            <pc:docMk/>
            <pc:sldMk cId="516730407" sldId="372"/>
            <ac:spMk id="9" creationId="{67C4FD9F-CF7A-4D4A-B8F4-F796B7E7837C}"/>
          </ac:spMkLst>
        </pc:spChg>
      </pc:sldChg>
      <pc:sldChg chg="addSp modSp mod">
        <pc:chgData name="Ellen Torfs" userId="c6aa1e10-4a12-4511-8c7c-135720d4f277" providerId="ADAL" clId="{B8603E9F-27EE-4E19-A5CA-5AC5DEC77088}" dt="2021-09-06T13:03:42.360" v="367" actId="207"/>
        <pc:sldMkLst>
          <pc:docMk/>
          <pc:sldMk cId="3037424715" sldId="374"/>
        </pc:sldMkLst>
        <pc:spChg chg="add mod">
          <ac:chgData name="Ellen Torfs" userId="c6aa1e10-4a12-4511-8c7c-135720d4f277" providerId="ADAL" clId="{B8603E9F-27EE-4E19-A5CA-5AC5DEC77088}" dt="2021-09-06T13:03:42.360" v="367" actId="207"/>
          <ac:spMkLst>
            <pc:docMk/>
            <pc:sldMk cId="3037424715" sldId="374"/>
            <ac:spMk id="7" creationId="{08485AE5-93BA-4CBC-A8F6-E57DBB953C1C}"/>
          </ac:spMkLst>
        </pc:spChg>
        <pc:graphicFrameChg chg="mod modGraphic">
          <ac:chgData name="Ellen Torfs" userId="c6aa1e10-4a12-4511-8c7c-135720d4f277" providerId="ADAL" clId="{B8603E9F-27EE-4E19-A5CA-5AC5DEC77088}" dt="2021-09-06T12:56:11.787" v="324" actId="403"/>
          <ac:graphicFrameMkLst>
            <pc:docMk/>
            <pc:sldMk cId="3037424715" sldId="374"/>
            <ac:graphicFrameMk id="5" creationId="{777601E7-5A58-4007-966E-C058A682A574}"/>
          </ac:graphicFrameMkLst>
        </pc:graphicFrameChg>
      </pc:sldChg>
      <pc:sldChg chg="delSp modSp mod">
        <pc:chgData name="Ellen Torfs" userId="c6aa1e10-4a12-4511-8c7c-135720d4f277" providerId="ADAL" clId="{B8603E9F-27EE-4E19-A5CA-5AC5DEC77088}" dt="2021-09-06T14:02:20.093" v="522" actId="20577"/>
        <pc:sldMkLst>
          <pc:docMk/>
          <pc:sldMk cId="370688825" sldId="375"/>
        </pc:sldMkLst>
        <pc:spChg chg="mod">
          <ac:chgData name="Ellen Torfs" userId="c6aa1e10-4a12-4511-8c7c-135720d4f277" providerId="ADAL" clId="{B8603E9F-27EE-4E19-A5CA-5AC5DEC77088}" dt="2021-09-06T13:04:21.681" v="369" actId="404"/>
          <ac:spMkLst>
            <pc:docMk/>
            <pc:sldMk cId="370688825" sldId="375"/>
            <ac:spMk id="3" creationId="{00000000-0000-0000-0000-000000000000}"/>
          </ac:spMkLst>
        </pc:spChg>
        <pc:spChg chg="del">
          <ac:chgData name="Ellen Torfs" userId="c6aa1e10-4a12-4511-8c7c-135720d4f277" providerId="ADAL" clId="{B8603E9F-27EE-4E19-A5CA-5AC5DEC77088}" dt="2021-09-06T12:51:40.781" v="183" actId="478"/>
          <ac:spMkLst>
            <pc:docMk/>
            <pc:sldMk cId="370688825" sldId="375"/>
            <ac:spMk id="6" creationId="{44D27589-D036-454D-9429-A8442796950D}"/>
          </ac:spMkLst>
        </pc:spChg>
        <pc:graphicFrameChg chg="mod modGraphic">
          <ac:chgData name="Ellen Torfs" userId="c6aa1e10-4a12-4511-8c7c-135720d4f277" providerId="ADAL" clId="{B8603E9F-27EE-4E19-A5CA-5AC5DEC77088}" dt="2021-09-06T14:02:20.093" v="522" actId="20577"/>
          <ac:graphicFrameMkLst>
            <pc:docMk/>
            <pc:sldMk cId="370688825" sldId="375"/>
            <ac:graphicFrameMk id="5" creationId="{777601E7-5A58-4007-966E-C058A682A574}"/>
          </ac:graphicFrameMkLst>
        </pc:graphicFrameChg>
      </pc:sldChg>
      <pc:sldChg chg="modSp mod">
        <pc:chgData name="Ellen Torfs" userId="c6aa1e10-4a12-4511-8c7c-135720d4f277" providerId="ADAL" clId="{B8603E9F-27EE-4E19-A5CA-5AC5DEC77088}" dt="2021-09-06T13:18:30.198" v="480" actId="1076"/>
        <pc:sldMkLst>
          <pc:docMk/>
          <pc:sldMk cId="1593611673" sldId="376"/>
        </pc:sldMkLst>
        <pc:spChg chg="mod">
          <ac:chgData name="Ellen Torfs" userId="c6aa1e10-4a12-4511-8c7c-135720d4f277" providerId="ADAL" clId="{B8603E9F-27EE-4E19-A5CA-5AC5DEC77088}" dt="2021-09-06T13:18:26.632" v="479" actId="5793"/>
          <ac:spMkLst>
            <pc:docMk/>
            <pc:sldMk cId="1593611673" sldId="376"/>
            <ac:spMk id="3" creationId="{36A28DD3-3D29-4A81-9E4A-AEB75157E534}"/>
          </ac:spMkLst>
        </pc:spChg>
        <pc:picChg chg="mod">
          <ac:chgData name="Ellen Torfs" userId="c6aa1e10-4a12-4511-8c7c-135720d4f277" providerId="ADAL" clId="{B8603E9F-27EE-4E19-A5CA-5AC5DEC77088}" dt="2021-09-06T13:18:30.198" v="480" actId="1076"/>
          <ac:picMkLst>
            <pc:docMk/>
            <pc:sldMk cId="1593611673" sldId="376"/>
            <ac:picMk id="5" creationId="{BF0BD156-794F-4BA4-A584-1E309EFD0333}"/>
          </ac:picMkLst>
        </pc:picChg>
      </pc:sldChg>
      <pc:sldChg chg="modSp mod">
        <pc:chgData name="Ellen Torfs" userId="c6aa1e10-4a12-4511-8c7c-135720d4f277" providerId="ADAL" clId="{B8603E9F-27EE-4E19-A5CA-5AC5DEC77088}" dt="2021-09-06T13:28:45.116" v="494" actId="20577"/>
        <pc:sldMkLst>
          <pc:docMk/>
          <pc:sldMk cId="1999447413" sldId="388"/>
        </pc:sldMkLst>
        <pc:spChg chg="mod">
          <ac:chgData name="Ellen Torfs" userId="c6aa1e10-4a12-4511-8c7c-135720d4f277" providerId="ADAL" clId="{B8603E9F-27EE-4E19-A5CA-5AC5DEC77088}" dt="2021-09-06T13:28:45.116" v="494" actId="20577"/>
          <ac:spMkLst>
            <pc:docMk/>
            <pc:sldMk cId="1999447413" sldId="388"/>
            <ac:spMk id="11" creationId="{045BA153-E375-40B9-A904-6E8A81569BF9}"/>
          </ac:spMkLst>
        </pc:spChg>
      </pc:sldChg>
      <pc:sldChg chg="modSp new del mod">
        <pc:chgData name="Ellen Torfs" userId="c6aa1e10-4a12-4511-8c7c-135720d4f277" providerId="ADAL" clId="{B8603E9F-27EE-4E19-A5CA-5AC5DEC77088}" dt="2021-09-06T13:16:52.469" v="408" actId="47"/>
        <pc:sldMkLst>
          <pc:docMk/>
          <pc:sldMk cId="3792340744" sldId="390"/>
        </pc:sldMkLst>
        <pc:spChg chg="mod">
          <ac:chgData name="Ellen Torfs" userId="c6aa1e10-4a12-4511-8c7c-135720d4f277" providerId="ADAL" clId="{B8603E9F-27EE-4E19-A5CA-5AC5DEC77088}" dt="2021-09-06T13:12:20.203" v="407" actId="20577"/>
          <ac:spMkLst>
            <pc:docMk/>
            <pc:sldMk cId="3792340744" sldId="390"/>
            <ac:spMk id="2" creationId="{5EE74C9B-0122-40FA-9C77-D34E460AA200}"/>
          </ac:spMkLst>
        </pc:spChg>
      </pc:sldChg>
    </pc:docChg>
  </pc:docChgLst>
  <pc:docChgLst>
    <pc:chgData name="Hans Bartholomeus" userId="fdad893c-ea0f-4e18-a760-ac9a83339ccd" providerId="ADAL" clId="{CF962D39-EB5D-47FB-A591-C1D12EAD304D}"/>
    <pc:docChg chg="undo custSel modSld">
      <pc:chgData name="Hans Bartholomeus" userId="fdad893c-ea0f-4e18-a760-ac9a83339ccd" providerId="ADAL" clId="{CF962D39-EB5D-47FB-A591-C1D12EAD304D}" dt="2020-10-13T09:09:00.490" v="68" actId="20578"/>
      <pc:docMkLst>
        <pc:docMk/>
      </pc:docMkLst>
      <pc:sldChg chg="modSp">
        <pc:chgData name="Hans Bartholomeus" userId="fdad893c-ea0f-4e18-a760-ac9a83339ccd" providerId="ADAL" clId="{CF962D39-EB5D-47FB-A591-C1D12EAD304D}" dt="2020-10-13T07:51:35.819" v="0" actId="20578"/>
        <pc:sldMkLst>
          <pc:docMk/>
          <pc:sldMk cId="2951010051" sldId="370"/>
        </pc:sldMkLst>
        <pc:graphicFrameChg chg="mod">
          <ac:chgData name="Hans Bartholomeus" userId="fdad893c-ea0f-4e18-a760-ac9a83339ccd" providerId="ADAL" clId="{CF962D39-EB5D-47FB-A591-C1D12EAD304D}" dt="2020-10-13T07:51:35.819" v="0" actId="20578"/>
          <ac:graphicFrameMkLst>
            <pc:docMk/>
            <pc:sldMk cId="2951010051" sldId="370"/>
            <ac:graphicFrameMk id="30" creationId="{0427DD94-814D-4D46-9F1D-F79766894679}"/>
          </ac:graphicFrameMkLst>
        </pc:graphicFrameChg>
      </pc:sldChg>
      <pc:sldChg chg="modSp mod">
        <pc:chgData name="Hans Bartholomeus" userId="fdad893c-ea0f-4e18-a760-ac9a83339ccd" providerId="ADAL" clId="{CF962D39-EB5D-47FB-A591-C1D12EAD304D}" dt="2020-10-13T07:55:38.598" v="36" actId="20577"/>
        <pc:sldMkLst>
          <pc:docMk/>
          <pc:sldMk cId="3100576318" sldId="371"/>
        </pc:sldMkLst>
        <pc:spChg chg="mod">
          <ac:chgData name="Hans Bartholomeus" userId="fdad893c-ea0f-4e18-a760-ac9a83339ccd" providerId="ADAL" clId="{CF962D39-EB5D-47FB-A591-C1D12EAD304D}" dt="2020-10-13T07:55:38.598" v="36" actId="20577"/>
          <ac:spMkLst>
            <pc:docMk/>
            <pc:sldMk cId="3100576318" sldId="371"/>
            <ac:spMk id="38" creationId="{A4F62DC0-58C7-4451-B63A-867B81594867}"/>
          </ac:spMkLst>
        </pc:spChg>
      </pc:sldChg>
      <pc:sldChg chg="modSp mod">
        <pc:chgData name="Hans Bartholomeus" userId="fdad893c-ea0f-4e18-a760-ac9a83339ccd" providerId="ADAL" clId="{CF962D39-EB5D-47FB-A591-C1D12EAD304D}" dt="2020-10-13T08:28:49.154" v="64" actId="20577"/>
        <pc:sldMkLst>
          <pc:docMk/>
          <pc:sldMk cId="2998353248" sldId="373"/>
        </pc:sldMkLst>
        <pc:spChg chg="mod">
          <ac:chgData name="Hans Bartholomeus" userId="fdad893c-ea0f-4e18-a760-ac9a83339ccd" providerId="ADAL" clId="{CF962D39-EB5D-47FB-A591-C1D12EAD304D}" dt="2020-10-13T08:28:49.154" v="64" actId="20577"/>
          <ac:spMkLst>
            <pc:docMk/>
            <pc:sldMk cId="2998353248" sldId="373"/>
            <ac:spMk id="6" creationId="{95189104-458A-4CB8-A60F-8FAF39752C32}"/>
          </ac:spMkLst>
        </pc:spChg>
      </pc:sldChg>
      <pc:sldChg chg="modSp mod">
        <pc:chgData name="Hans Bartholomeus" userId="fdad893c-ea0f-4e18-a760-ac9a83339ccd" providerId="ADAL" clId="{CF962D39-EB5D-47FB-A591-C1D12EAD304D}" dt="2020-10-13T08:37:55.267" v="65" actId="14734"/>
        <pc:sldMkLst>
          <pc:docMk/>
          <pc:sldMk cId="3037424715" sldId="374"/>
        </pc:sldMkLst>
        <pc:graphicFrameChg chg="modGraphic">
          <ac:chgData name="Hans Bartholomeus" userId="fdad893c-ea0f-4e18-a760-ac9a83339ccd" providerId="ADAL" clId="{CF962D39-EB5D-47FB-A591-C1D12EAD304D}" dt="2020-10-13T08:37:55.267" v="65" actId="14734"/>
          <ac:graphicFrameMkLst>
            <pc:docMk/>
            <pc:sldMk cId="3037424715" sldId="374"/>
            <ac:graphicFrameMk id="5" creationId="{777601E7-5A58-4007-966E-C058A682A574}"/>
          </ac:graphicFrameMkLst>
        </pc:graphicFrameChg>
      </pc:sldChg>
      <pc:sldChg chg="modSp mod">
        <pc:chgData name="Hans Bartholomeus" userId="fdad893c-ea0f-4e18-a760-ac9a83339ccd" providerId="ADAL" clId="{CF962D39-EB5D-47FB-A591-C1D12EAD304D}" dt="2020-10-13T09:02:04.345" v="67" actId="1076"/>
        <pc:sldMkLst>
          <pc:docMk/>
          <pc:sldMk cId="2505551138" sldId="386"/>
        </pc:sldMkLst>
        <pc:picChg chg="mod">
          <ac:chgData name="Hans Bartholomeus" userId="fdad893c-ea0f-4e18-a760-ac9a83339ccd" providerId="ADAL" clId="{CF962D39-EB5D-47FB-A591-C1D12EAD304D}" dt="2020-10-13T09:02:04.345" v="67" actId="1076"/>
          <ac:picMkLst>
            <pc:docMk/>
            <pc:sldMk cId="2505551138" sldId="386"/>
            <ac:picMk id="22" creationId="{04F8C038-AD5B-405F-97F1-4C2E9B388A78}"/>
          </ac:picMkLst>
        </pc:picChg>
      </pc:sldChg>
      <pc:sldChg chg="modSp">
        <pc:chgData name="Hans Bartholomeus" userId="fdad893c-ea0f-4e18-a760-ac9a83339ccd" providerId="ADAL" clId="{CF962D39-EB5D-47FB-A591-C1D12EAD304D}" dt="2020-10-13T09:09:00.490" v="68" actId="20578"/>
        <pc:sldMkLst>
          <pc:docMk/>
          <pc:sldMk cId="1999447413" sldId="388"/>
        </pc:sldMkLst>
        <pc:spChg chg="mod">
          <ac:chgData name="Hans Bartholomeus" userId="fdad893c-ea0f-4e18-a760-ac9a83339ccd" providerId="ADAL" clId="{CF962D39-EB5D-47FB-A591-C1D12EAD304D}" dt="2020-10-13T09:09:00.490" v="68" actId="20578"/>
          <ac:spMkLst>
            <pc:docMk/>
            <pc:sldMk cId="1999447413" sldId="388"/>
            <ac:spMk id="11" creationId="{045BA153-E375-40B9-A904-6E8A81569BF9}"/>
          </ac:spMkLst>
        </pc:spChg>
      </pc:sldChg>
    </pc:docChg>
  </pc:docChgLst>
  <pc:docChgLst>
    <pc:chgData name="Christel Maes" userId="7e61469a-7c21-464c-bace-a1bda262211a" providerId="ADAL" clId="{5B4906D4-835F-4331-9D2C-3CCB8720B73A}"/>
    <pc:docChg chg="modSld">
      <pc:chgData name="Christel Maes" userId="7e61469a-7c21-464c-bace-a1bda262211a" providerId="ADAL" clId="{5B4906D4-835F-4331-9D2C-3CCB8720B73A}" dt="2020-09-10T15:21:40.160" v="0"/>
      <pc:docMkLst>
        <pc:docMk/>
      </pc:docMkLst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707092755" sldId="332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707092755" sldId="332"/>
            <ac:picMk id="7" creationId="{F50D3FB8-EE24-4EBA-B1F0-4748FA26C844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064109824" sldId="360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064109824" sldId="360"/>
            <ac:picMk id="5" creationId="{6B2BEC8A-3890-43BC-9F1F-16E7F50907BF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107403542" sldId="361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107403542" sldId="361"/>
            <ac:picMk id="5" creationId="{C212E4DD-0289-42A8-8DDA-05A1D4BA56A6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831006325" sldId="362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831006325" sldId="362"/>
            <ac:picMk id="9" creationId="{58EB271E-81CF-4C5D-ACCF-92BEEA2AE2F1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689873442" sldId="363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689873442" sldId="363"/>
            <ac:picMk id="4" creationId="{BC9D2363-714E-4AF6-BC03-EF08D52A92A5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324110288" sldId="364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324110288" sldId="364"/>
            <ac:picMk id="15" creationId="{E1E149ED-02FF-4D9B-B3D0-4DC7BB02A1ED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91678138" sldId="365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91678138" sldId="365"/>
            <ac:picMk id="11" creationId="{B62FDC61-5008-4016-8C95-B7465AAC6857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748743706" sldId="366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748743706" sldId="366"/>
            <ac:picMk id="5" creationId="{0116EA04-3112-40B3-A990-679DE4A15D45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86436684" sldId="367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86436684" sldId="367"/>
            <ac:picMk id="19" creationId="{EEB87059-8A71-41D3-ACF6-09371032893D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629507239" sldId="368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629507239" sldId="368"/>
            <ac:picMk id="7" creationId="{9F13F7CA-2386-423B-A2DE-E001C63B2E45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248364615" sldId="369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248364615" sldId="369"/>
            <ac:picMk id="5" creationId="{CC16B150-BDF2-4094-8E68-438C09FFDED4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2951010051" sldId="370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2951010051" sldId="370"/>
            <ac:picMk id="7" creationId="{E73F4FF3-394A-48D4-97FC-1320B5B61B5E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100576318" sldId="371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100576318" sldId="371"/>
            <ac:picMk id="13" creationId="{7D972746-99F1-45B6-B581-39AD2C997EFC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516730407" sldId="372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516730407" sldId="372"/>
            <ac:picMk id="10" creationId="{95787673-41D2-4A2C-84DD-710412A99399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2998353248" sldId="373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2998353248" sldId="373"/>
            <ac:picMk id="8" creationId="{536FF032-1C2C-40A9-B7DA-13B371606D9A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037424715" sldId="374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037424715" sldId="374"/>
            <ac:picMk id="3" creationId="{CE795CDD-CD37-444F-BE95-1A1FE9FB0BA7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70688825" sldId="375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70688825" sldId="375"/>
            <ac:picMk id="8" creationId="{B1582096-2F2F-4A98-B3C3-76BE2984B9E5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593611673" sldId="376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593611673" sldId="376"/>
            <ac:picMk id="9" creationId="{EBC831B0-CCE0-41B3-B8D8-4A8F6970E514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383447715" sldId="377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383447715" sldId="377"/>
            <ac:picMk id="5" creationId="{91977129-01DC-46E6-A6E9-E840A94C9058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2331350841" sldId="378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2331350841" sldId="378"/>
            <ac:picMk id="14" creationId="{D09568D9-797E-4050-A674-A2FBD79323D0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254915660" sldId="379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254915660" sldId="379"/>
            <ac:picMk id="9" creationId="{E96B35E5-B51F-4F4F-9984-D4D672B10F05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4212797311" sldId="380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4212797311" sldId="380"/>
            <ac:picMk id="9" creationId="{8C99F349-CEC0-4199-AB1C-60A0FA84CE36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566779199" sldId="381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566779199" sldId="381"/>
            <ac:picMk id="5" creationId="{0D077244-0B72-48AF-808C-859A0A39BF0B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166803639" sldId="382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166803639" sldId="382"/>
            <ac:picMk id="9" creationId="{F8D7C00C-46D1-49CE-8342-DFE55F42DBD5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087261940" sldId="383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087261940" sldId="383"/>
            <ac:picMk id="9" creationId="{F5E25B29-BD9F-4D76-B582-3E7AB163866C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3318822371" sldId="384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3318822371" sldId="384"/>
            <ac:picMk id="5" creationId="{CEED3F9E-B50F-4640-B863-96F5262FA67C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893941719" sldId="385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893941719" sldId="385"/>
            <ac:picMk id="8" creationId="{0ADC48B4-6DE4-4150-8294-FEB30775D295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2505551138" sldId="386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2505551138" sldId="386"/>
            <ac:picMk id="23" creationId="{E3E15BA0-3460-4314-8350-45F59E553286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4287158562" sldId="387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4287158562" sldId="387"/>
            <ac:picMk id="21" creationId="{53101E7B-CE79-42DB-BE78-E5779C1A99F1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999447413" sldId="388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999447413" sldId="388"/>
            <ac:picMk id="12" creationId="{2852A76C-78E3-4579-9848-ABCAA10CC8FC}"/>
          </ac:picMkLst>
        </pc:picChg>
      </pc:sldChg>
      <pc:sldChg chg="delSp modAnim">
        <pc:chgData name="Christel Maes" userId="7e61469a-7c21-464c-bace-a1bda262211a" providerId="ADAL" clId="{5B4906D4-835F-4331-9D2C-3CCB8720B73A}" dt="2020-09-10T15:21:40.160" v="0"/>
        <pc:sldMkLst>
          <pc:docMk/>
          <pc:sldMk cId="1616033037" sldId="389"/>
        </pc:sldMkLst>
        <pc:picChg chg="del">
          <ac:chgData name="Christel Maes" userId="7e61469a-7c21-464c-bace-a1bda262211a" providerId="ADAL" clId="{5B4906D4-835F-4331-9D2C-3CCB8720B73A}" dt="2020-09-10T15:21:40.160" v="0"/>
          <ac:picMkLst>
            <pc:docMk/>
            <pc:sldMk cId="1616033037" sldId="389"/>
            <ac:picMk id="5" creationId="{4D2F8100-BBB3-4BEE-A0CC-D09C737416FD}"/>
          </ac:picMkLst>
        </pc:picChg>
      </pc:sldChg>
    </pc:docChg>
  </pc:docChgLst>
  <pc:docChgLst>
    <pc:chgData name="Tinne Van Echelpoel" userId="46798032-b7e2-4f2e-95a1-1606ec8c5d9a" providerId="ADAL" clId="{2B853315-DCD7-4FDA-A29F-56F181E0C1F6}"/>
    <pc:docChg chg="modNotesMaster modHandout">
      <pc:chgData name="Tinne Van Echelpoel" userId="46798032-b7e2-4f2e-95a1-1606ec8c5d9a" providerId="ADAL" clId="{2B853315-DCD7-4FDA-A29F-56F181E0C1F6}" dt="2020-10-07T14:43:33.638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CF443226-E9FA-4009-BBB5-4E5E237B04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61" tIns="47781" rIns="95561" bIns="47781" rtlCol="0"/>
          <a:lstStyle>
            <a:lvl1pPr algn="l">
              <a:defRPr sz="1300"/>
            </a:lvl1pPr>
          </a:lstStyle>
          <a:p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09910BF9-BC8A-4B24-9330-67EAC1E9747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2" y="0"/>
            <a:ext cx="2945659" cy="498056"/>
          </a:xfrm>
          <a:prstGeom prst="rect">
            <a:avLst/>
          </a:prstGeom>
        </p:spPr>
        <p:txBody>
          <a:bodyPr vert="horz" lIns="95561" tIns="47781" rIns="95561" bIns="47781" rtlCol="0"/>
          <a:lstStyle>
            <a:lvl1pPr algn="r">
              <a:defRPr sz="1300"/>
            </a:lvl1pPr>
          </a:lstStyle>
          <a:p>
            <a:fld id="{15E4F5CE-CB34-4A0C-9595-867A2C0DB20E}" type="datetimeFigureOut">
              <a:rPr lang="nl-BE" smtClean="0"/>
              <a:t>3/10/2021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D8A7516-5705-4629-A699-3DF8CFBEEC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5561" tIns="47781" rIns="95561" bIns="47781" rtlCol="0" anchor="b"/>
          <a:lstStyle>
            <a:lvl1pPr algn="l">
              <a:defRPr sz="1300"/>
            </a:lvl1pPr>
          </a:lstStyle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24C8A117-749A-4619-8630-3F24E93BDE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2" y="9428584"/>
            <a:ext cx="2945659" cy="498055"/>
          </a:xfrm>
          <a:prstGeom prst="rect">
            <a:avLst/>
          </a:prstGeom>
        </p:spPr>
        <p:txBody>
          <a:bodyPr vert="horz" lIns="95561" tIns="47781" rIns="95561" bIns="47781" rtlCol="0" anchor="b"/>
          <a:lstStyle>
            <a:lvl1pPr algn="r">
              <a:defRPr sz="1300"/>
            </a:lvl1pPr>
          </a:lstStyle>
          <a:p>
            <a:fld id="{68CABF38-3E8C-439D-9643-BC9C6AAC198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987669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5561" tIns="47781" rIns="95561" bIns="47781" rtlCol="0"/>
          <a:lstStyle>
            <a:lvl1pPr algn="l">
              <a:defRPr sz="13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50442" y="0"/>
            <a:ext cx="2945659" cy="498056"/>
          </a:xfrm>
          <a:prstGeom prst="rect">
            <a:avLst/>
          </a:prstGeom>
        </p:spPr>
        <p:txBody>
          <a:bodyPr vert="horz" lIns="95561" tIns="47781" rIns="95561" bIns="47781" rtlCol="0"/>
          <a:lstStyle>
            <a:lvl1pPr algn="r">
              <a:defRPr sz="1300"/>
            </a:lvl1pPr>
          </a:lstStyle>
          <a:p>
            <a:fld id="{4D53584B-980D-4F7D-BA36-682FCDF648BB}" type="datetimeFigureOut">
              <a:rPr lang="nl-BE" smtClean="0"/>
              <a:t>3/10/2021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61" tIns="47781" rIns="95561" bIns="47781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3"/>
          </a:xfrm>
          <a:prstGeom prst="rect">
            <a:avLst/>
          </a:prstGeom>
        </p:spPr>
        <p:txBody>
          <a:bodyPr vert="horz" lIns="95561" tIns="47781" rIns="95561" bIns="47781" rtlCol="0"/>
          <a:lstStyle/>
          <a:p>
            <a:pPr lvl="0"/>
            <a:r>
              <a:rPr lang="nl-NL"/>
              <a:t>Editing the text style of the model</a:t>
            </a:r>
          </a:p>
          <a:p>
            <a:pPr lvl="1"/>
            <a:r>
              <a:rPr lang="nl-NL"/>
              <a:t>Second tier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5561" tIns="47781" rIns="95561" bIns="47781" rtlCol="0" anchor="b"/>
          <a:lstStyle>
            <a:lvl1pPr algn="l">
              <a:defRPr sz="13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50442" y="9428584"/>
            <a:ext cx="2945659" cy="498055"/>
          </a:xfrm>
          <a:prstGeom prst="rect">
            <a:avLst/>
          </a:prstGeom>
        </p:spPr>
        <p:txBody>
          <a:bodyPr vert="horz" lIns="95561" tIns="47781" rIns="95561" bIns="47781" rtlCol="0" anchor="b"/>
          <a:lstStyle>
            <a:lvl1pPr algn="r">
              <a:defRPr sz="1300"/>
            </a:lvl1pPr>
          </a:lstStyle>
          <a:p>
            <a:fld id="{2F1A7F70-BA74-4B93-A504-6802F0D0CD34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172190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A7F70-BA74-4B93-A504-6802F0D0CD34}" type="slidenum">
              <a:rPr lang="nl-BE" smtClean="0"/>
              <a:t>31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485156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2626659" y="3433481"/>
            <a:ext cx="9144000" cy="890839"/>
          </a:xfrm>
        </p:spPr>
        <p:txBody>
          <a:bodyPr anchor="b">
            <a:normAutofit/>
          </a:bodyPr>
          <a:lstStyle>
            <a:lvl1pPr algn="r">
              <a:defRPr lang="nl-BE" sz="4400" kern="1200" dirty="0">
                <a:solidFill>
                  <a:srgbClr val="4584B6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2626659" y="4690378"/>
            <a:ext cx="9144000" cy="698557"/>
          </a:xfrm>
        </p:spPr>
        <p:txBody>
          <a:bodyPr>
            <a:normAutofit/>
          </a:bodyPr>
          <a:lstStyle>
            <a:lvl1pPr marL="0" indent="0" algn="r">
              <a:buNone/>
              <a:defRPr lang="nl-BE" sz="3200" kern="1200" dirty="0">
                <a:solidFill>
                  <a:srgbClr val="FFDE5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6E141-11F1-487F-A892-18B8A63336C7}" type="datetime1">
              <a:rPr lang="nl-BE" smtClean="0"/>
              <a:t>3/10/2021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0502153" y="0"/>
            <a:ext cx="1559859" cy="12196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EDCBCE4E-F630-4979-8A5A-F77F9BC82F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615832"/>
            <a:ext cx="4608512" cy="200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03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4584B6"/>
              </a:buClr>
              <a:defRPr/>
            </a:lvl1pPr>
            <a:lvl2pPr>
              <a:buClr>
                <a:srgbClr val="FFDE57"/>
              </a:buClr>
              <a:defRPr sz="2600"/>
            </a:lvl2pPr>
            <a:lvl3pPr>
              <a:defRPr sz="2400"/>
            </a:lvl3pPr>
            <a:lvl4pPr>
              <a:defRPr sz="2200"/>
            </a:lvl4pPr>
            <a:lvl5pPr>
              <a:defRPr sz="2000"/>
            </a:lvl5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AA89A6-C9B9-4556-BC9E-5E3CF3322A33}" type="datetime1">
              <a:rPr lang="nl-BE" smtClean="0"/>
              <a:t>3/10/2021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1B3154-47D9-4402-8EDB-E791933DC0B9}" type="slidenum">
              <a:rPr lang="nl-BE" smtClean="0"/>
              <a:pPr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698906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B42D4-4FBB-465F-AE58-8ADBDBF671C8}" type="datetime1">
              <a:rPr lang="nl-BE" smtClean="0"/>
              <a:t>3/10/2021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72782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405D5-C0FD-42E0-9EB1-2670F471B7BB}" type="datetime1">
              <a:rPr lang="nl-BE" smtClean="0"/>
              <a:t>3/10/2021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6467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55C39-C031-448F-A58F-CA88F7B6F786}" type="datetime1">
              <a:rPr lang="nl-BE" smtClean="0"/>
              <a:t>3/10/2021</a:t>
            </a:fld>
            <a:endParaRPr lang="nl-BE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50985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307F5-1DF0-4FFF-91A4-1E1A6A26A94A}" type="datetime1">
              <a:rPr lang="nl-BE" smtClean="0"/>
              <a:t>3/10/2021</a:t>
            </a:fld>
            <a:endParaRPr lang="nl-BE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51492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168B-A159-4E9D-A6C6-C6786C6AB2EB}" type="datetime1">
              <a:rPr lang="nl-BE" smtClean="0"/>
              <a:t>3/10/2021</a:t>
            </a:fld>
            <a:endParaRPr lang="nl-BE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75177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22159-AF82-4D23-BC06-D4277BDD9BAD}" type="datetime1">
              <a:rPr lang="nl-BE" smtClean="0"/>
              <a:t>3/10/2021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384590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Tekststijl van het model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A7014-C292-4E4F-926C-1A31F538B52A}" type="datetime1">
              <a:rPr lang="nl-BE" smtClean="0"/>
              <a:t>3/10/2021</a:t>
            </a:fld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6757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AFD92-94F2-4CD0-8A1D-AA3295115CEC}" type="datetime1">
              <a:rPr lang="nl-BE" smtClean="0"/>
              <a:t>3/10/2021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23414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84EFA-B363-4043-A12E-44B39EC7D05B}" type="datetime1">
              <a:rPr lang="nl-BE" smtClean="0"/>
              <a:t>3/10/2021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46829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82706" y="365125"/>
            <a:ext cx="10771094" cy="9200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Click to edit the style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582705" y="1550894"/>
            <a:ext cx="11291048" cy="46260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Editing the text style of the model</a:t>
            </a:r>
          </a:p>
          <a:p>
            <a:pPr lvl="1"/>
            <a:r>
              <a:rPr lang="nl-NL"/>
              <a:t>Second tier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nl-B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582705" y="6356350"/>
            <a:ext cx="1353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7161-F687-474C-905A-3CCBBA535086}" type="datetime1">
              <a:rPr lang="nl-BE" smtClean="0"/>
              <a:t>3/10/2021</a:t>
            </a:fld>
            <a:endParaRPr lang="nl-B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2384611" y="6356350"/>
            <a:ext cx="6436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913055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05FAA3-C3E4-40D0-B2B7-65B62F79F625}" type="slidenum">
              <a:rPr lang="nl-BE" smtClean="0"/>
              <a:t>‹nr.›</a:t>
            </a:fld>
            <a:endParaRPr lang="nl-BE"/>
          </a:p>
        </p:txBody>
      </p:sp>
      <p:sp>
        <p:nvSpPr>
          <p:cNvPr id="7" name="Rechthoek 6"/>
          <p:cNvSpPr/>
          <p:nvPr userDrawn="1"/>
        </p:nvSpPr>
        <p:spPr>
          <a:xfrm rot="5400000">
            <a:off x="6145210" y="-4660629"/>
            <a:ext cx="72000" cy="1202158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8" name="Rechthoek 7">
            <a:extLst>
              <a:ext uri="{FF2B5EF4-FFF2-40B4-BE49-F238E27FC236}">
                <a16:creationId xmlns:a16="http://schemas.microsoft.com/office/drawing/2014/main" id="{07FE2247-7A25-44B0-854B-AE1E11CA90FA}"/>
              </a:ext>
            </a:extLst>
          </p:cNvPr>
          <p:cNvSpPr/>
          <p:nvPr userDrawn="1"/>
        </p:nvSpPr>
        <p:spPr>
          <a:xfrm>
            <a:off x="105303" y="-171400"/>
            <a:ext cx="72000" cy="7200800"/>
          </a:xfrm>
          <a:prstGeom prst="rect">
            <a:avLst/>
          </a:prstGeom>
          <a:solidFill>
            <a:srgbClr val="4584B6"/>
          </a:solidFill>
          <a:ln>
            <a:solidFill>
              <a:srgbClr val="4584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Rechthoek 8"/>
          <p:cNvSpPr/>
          <p:nvPr userDrawn="1"/>
        </p:nvSpPr>
        <p:spPr>
          <a:xfrm>
            <a:off x="185989" y="-171400"/>
            <a:ext cx="72000" cy="7200800"/>
          </a:xfrm>
          <a:prstGeom prst="rect">
            <a:avLst/>
          </a:prstGeom>
          <a:solidFill>
            <a:srgbClr val="FFDE57"/>
          </a:solidFill>
          <a:ln>
            <a:solidFill>
              <a:srgbClr val="FFDE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9D656C7A-8563-4AB3-B098-D72F316041E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34" t="17522" r="3803" b="23654"/>
          <a:stretch/>
        </p:blipFill>
        <p:spPr>
          <a:xfrm>
            <a:off x="10650071" y="110811"/>
            <a:ext cx="1461245" cy="113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52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46464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584B6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DE57"/>
        </a:buClr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646464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/>
              <a:t>Chapter 5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nl-BE"/>
              <a:t>Series: </a:t>
            </a:r>
            <a:r>
              <a:rPr lang="nl-BE" err="1"/>
              <a:t>Tuple</a:t>
            </a:r>
            <a:r>
              <a:rPr lang="nl-BE"/>
              <a:t> and List</a:t>
            </a:r>
          </a:p>
        </p:txBody>
      </p:sp>
    </p:spTree>
    <p:extLst>
      <p:ext uri="{BB962C8B-B14F-4D97-AF65-F5344CB8AC3E}">
        <p14:creationId xmlns:p14="http://schemas.microsoft.com/office/powerpoint/2010/main" val="306410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4"/>
    </mc:Choice>
    <mc:Fallback xmlns="">
      <p:transition spd="slow" advTm="676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Content</a:t>
            </a:r>
            <a:endParaRPr lang="nl-BE">
              <a:solidFill>
                <a:srgbClr val="FF0000"/>
              </a:solidFill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/>
              <a:t>Collection data types</a:t>
            </a:r>
          </a:p>
          <a:p>
            <a:r>
              <a:rPr lang="nl-BE" err="1"/>
              <a:t>Function</a:t>
            </a:r>
            <a:r>
              <a:rPr lang="nl-BE"/>
              <a:t> </a:t>
            </a:r>
            <a:r>
              <a:rPr lang="nl-BE" err="1"/>
              <a:t>len</a:t>
            </a:r>
            <a:r>
              <a:rPr lang="nl-BE"/>
              <a:t>()</a:t>
            </a:r>
          </a:p>
          <a:p>
            <a:r>
              <a:rPr lang="nl-BE"/>
              <a:t>Index and </a:t>
            </a:r>
            <a:r>
              <a:rPr lang="nl-BE" err="1"/>
              <a:t>slicing</a:t>
            </a:r>
            <a:endParaRPr lang="nl-BE"/>
          </a:p>
          <a:p>
            <a:r>
              <a:rPr lang="nl-BE"/>
              <a:t>Check for occurrence in a </a:t>
            </a:r>
            <a:r>
              <a:rPr lang="nl-BE" err="1"/>
              <a:t>Tuple</a:t>
            </a:r>
            <a:r>
              <a:rPr lang="nl-BE"/>
              <a:t> or List</a:t>
            </a:r>
          </a:p>
          <a:p>
            <a:r>
              <a:rPr lang="nl-BE"/>
              <a:t>Methods for mutations of List and </a:t>
            </a:r>
            <a:r>
              <a:rPr lang="nl-BE" err="1"/>
              <a:t>keyword</a:t>
            </a:r>
            <a:r>
              <a:rPr lang="nl-BE"/>
              <a:t> del</a:t>
            </a:r>
          </a:p>
          <a:p>
            <a:r>
              <a:rPr lang="nl-BE"/>
              <a:t>Loop through a </a:t>
            </a:r>
            <a:r>
              <a:rPr lang="nl-BE" err="1"/>
              <a:t>Tuple</a:t>
            </a:r>
            <a:r>
              <a:rPr lang="nl-BE"/>
              <a:t> or List</a:t>
            </a:r>
          </a:p>
          <a:p>
            <a:r>
              <a:rPr lang="nl-BE"/>
              <a:t>Operators +, *, &lt;, &gt;, ==, is</a:t>
            </a:r>
          </a:p>
          <a:p>
            <a:r>
              <a:rPr lang="nl-BE" err="1"/>
              <a:t>Nested</a:t>
            </a:r>
            <a:r>
              <a:rPr lang="nl-BE"/>
              <a:t> </a:t>
            </a:r>
            <a:r>
              <a:rPr lang="nl-BE" err="1"/>
              <a:t>Lists</a:t>
            </a:r>
            <a:endParaRPr lang="nl-BE"/>
          </a:p>
          <a:p>
            <a:r>
              <a:rPr lang="nl-BE"/>
              <a:t>Functions </a:t>
            </a:r>
            <a:r>
              <a:rPr lang="nl-BE" err="1"/>
              <a:t>tuple</a:t>
            </a:r>
            <a:r>
              <a:rPr lang="nl-BE"/>
              <a:t>() and list() </a:t>
            </a:r>
          </a:p>
          <a:p>
            <a:endParaRPr lang="nl-BE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07403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991"/>
    </mc:Choice>
    <mc:Fallback xmlns="">
      <p:transition spd="slow" advTm="4899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8C72D-FA77-4769-8D93-C8C19FE0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Collection data types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0B7E13-A0C9-4005-A2E5-7E3A2981C7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53071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/>
              <a:t>There are 4 collection data types in Python. We use them when we have </a:t>
            </a:r>
            <a:r>
              <a:rPr lang="nl-BE"/>
              <a:t>a </a:t>
            </a:r>
            <a:r>
              <a:rPr lang="nl-BE" err="1"/>
              <a:t>collection</a:t>
            </a:r>
            <a:r>
              <a:rPr lang="nl-BE"/>
              <a:t> of </a:t>
            </a:r>
            <a:r>
              <a:rPr lang="nl-BE" err="1"/>
              <a:t>objects</a:t>
            </a:r>
            <a:r>
              <a:rPr lang="nl-BE"/>
              <a:t> </a:t>
            </a:r>
            <a:r>
              <a:rPr lang="nl-BE" err="1"/>
              <a:t>that</a:t>
            </a:r>
            <a:r>
              <a:rPr lang="nl-BE"/>
              <a:t> we want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address</a:t>
            </a:r>
            <a:r>
              <a:rPr lang="nl-BE"/>
              <a:t> as a </a:t>
            </a:r>
            <a:r>
              <a:rPr lang="nl-BE" err="1"/>
              <a:t>whole</a:t>
            </a:r>
            <a:r>
              <a:rPr lang="nl-BE"/>
              <a:t> in a program</a:t>
            </a:r>
            <a:endParaRPr lang="en-US"/>
          </a:p>
          <a:p>
            <a:pPr lvl="1"/>
            <a:r>
              <a:rPr lang="en-US" b="1"/>
              <a:t>List</a:t>
            </a:r>
            <a:r>
              <a:rPr lang="en-US"/>
              <a:t> is a collection which is ordered and changeable. </a:t>
            </a:r>
          </a:p>
          <a:p>
            <a:pPr lvl="1"/>
            <a:r>
              <a:rPr lang="en-US" b="1"/>
              <a:t>Tuple</a:t>
            </a:r>
            <a:r>
              <a:rPr lang="en-US"/>
              <a:t> is a collection which is ordered and unchangeable. </a:t>
            </a:r>
          </a:p>
          <a:p>
            <a:pPr lvl="1"/>
            <a:r>
              <a:rPr lang="en-US" b="1"/>
              <a:t>Set: </a:t>
            </a:r>
            <a:r>
              <a:rPr lang="en-US"/>
              <a:t>see chapter 10</a:t>
            </a:r>
          </a:p>
          <a:p>
            <a:pPr lvl="1"/>
            <a:r>
              <a:rPr lang="en-US" b="1"/>
              <a:t>Dictionary</a:t>
            </a:r>
            <a:r>
              <a:rPr lang="en-US"/>
              <a:t>: see chapter 10</a:t>
            </a:r>
          </a:p>
          <a:p>
            <a:r>
              <a:rPr lang="nl-BE" err="1"/>
              <a:t>Tuple</a:t>
            </a:r>
            <a:r>
              <a:rPr lang="nl-BE"/>
              <a:t> and List are </a:t>
            </a:r>
            <a:r>
              <a:rPr lang="nl-BE" err="1"/>
              <a:t>often</a:t>
            </a:r>
            <a:r>
              <a:rPr lang="nl-BE"/>
              <a:t> </a:t>
            </a:r>
            <a:r>
              <a:rPr lang="nl-BE" err="1"/>
              <a:t>called</a:t>
            </a:r>
            <a:r>
              <a:rPr lang="nl-BE"/>
              <a:t> </a:t>
            </a:r>
            <a:r>
              <a:rPr lang="nl-BE" i="1" err="1"/>
              <a:t>sequences</a:t>
            </a:r>
            <a:endParaRPr lang="nl-BE"/>
          </a:p>
          <a:p>
            <a:r>
              <a:rPr lang="nl-BE" err="1"/>
              <a:t>Examples</a:t>
            </a:r>
            <a:r>
              <a:rPr lang="nl-BE"/>
              <a:t> </a:t>
            </a:r>
          </a:p>
          <a:p>
            <a:pPr lvl="1"/>
            <a:r>
              <a:rPr lang="nl-BE"/>
              <a:t>a film collection</a:t>
            </a:r>
          </a:p>
          <a:p>
            <a:pPr lvl="1"/>
            <a:r>
              <a:rPr lang="nl-BE"/>
              <a:t>a stack of books</a:t>
            </a:r>
          </a:p>
          <a:p>
            <a:pPr lvl="1"/>
            <a:r>
              <a:rPr lang="nl-BE"/>
              <a:t>the days of the week</a:t>
            </a:r>
          </a:p>
          <a:p>
            <a:pPr lvl="1"/>
            <a:r>
              <a:rPr lang="nl-BE" err="1"/>
              <a:t>temperature</a:t>
            </a:r>
            <a:r>
              <a:rPr lang="nl-BE"/>
              <a:t> </a:t>
            </a:r>
            <a:r>
              <a:rPr lang="nl-BE" err="1"/>
              <a:t>measurements</a:t>
            </a:r>
            <a:r>
              <a:rPr lang="nl-BE"/>
              <a:t> of the past week</a:t>
            </a:r>
          </a:p>
          <a:p>
            <a:pPr lvl="1"/>
            <a:r>
              <a:rPr lang="nl-BE"/>
              <a:t>…</a:t>
            </a:r>
          </a:p>
          <a:p>
            <a:pPr marL="457200" lvl="1" indent="0">
              <a:buNone/>
            </a:pPr>
            <a:endParaRPr lang="nl-BE"/>
          </a:p>
          <a:p>
            <a:pPr lvl="1"/>
            <a:endParaRPr lang="nl-BE"/>
          </a:p>
          <a:p>
            <a:pPr lvl="1"/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64692CC-7E4A-47DC-A414-19CE7482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31006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81"/>
    </mc:Choice>
    <mc:Fallback xmlns="">
      <p:transition spd="slow" advTm="3758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Collections</a:t>
            </a:r>
            <a:endParaRPr lang="nl-BE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7CE757-5C1D-4F06-A874-5ACA2F97129E}" type="slidenum">
              <a:rPr lang="nl-BE" smtClean="0"/>
              <a:t>4</a:t>
            </a:fld>
            <a:endParaRPr lang="nl-BE"/>
          </a:p>
        </p:txBody>
      </p:sp>
      <p:pic>
        <p:nvPicPr>
          <p:cNvPr id="6" name="Picture 6" descr="http://www.de-bedstee.nl/tienerkamers/img/emdeka/Match_c4.jpg"/>
          <p:cNvPicPr>
            <a:picLocks noChangeAspect="1" noChangeArrowheads="1"/>
          </p:cNvPicPr>
          <p:nvPr/>
        </p:nvPicPr>
        <p:blipFill>
          <a:blip r:embed="rId2" cstate="print"/>
          <a:srcRect l="16874" r="19375"/>
          <a:stretch>
            <a:fillRect/>
          </a:stretch>
        </p:blipFill>
        <p:spPr bwMode="auto">
          <a:xfrm>
            <a:off x="714348" y="1928802"/>
            <a:ext cx="2428892" cy="3810000"/>
          </a:xfrm>
          <a:prstGeom prst="rect">
            <a:avLst/>
          </a:prstGeom>
          <a:solidFill>
            <a:schemeClr val="accent2"/>
          </a:solidFill>
        </p:spPr>
      </p:pic>
      <p:pic>
        <p:nvPicPr>
          <p:cNvPr id="7" name="Picture 4" descr="http://www.de-bedstee.nl/tienerkamers/img/emdeka/Match_a1.jpg"/>
          <p:cNvPicPr>
            <a:picLocks noChangeAspect="1" noChangeArrowheads="1"/>
          </p:cNvPicPr>
          <p:nvPr/>
        </p:nvPicPr>
        <p:blipFill>
          <a:blip r:embed="rId3" cstate="print"/>
          <a:srcRect t="20458" b="21417"/>
          <a:stretch>
            <a:fillRect/>
          </a:stretch>
        </p:blipFill>
        <p:spPr bwMode="auto">
          <a:xfrm>
            <a:off x="7204442" y="3255851"/>
            <a:ext cx="1843549" cy="1071570"/>
          </a:xfrm>
          <a:prstGeom prst="rect">
            <a:avLst/>
          </a:prstGeom>
          <a:noFill/>
        </p:spPr>
      </p:pic>
      <p:pic>
        <p:nvPicPr>
          <p:cNvPr id="8" name="Picture 4" descr="http://www.de-bedstee.nl/tienerkamers/img/emdeka/Match_a1.jpg"/>
          <p:cNvPicPr>
            <a:picLocks noChangeAspect="1" noChangeArrowheads="1"/>
          </p:cNvPicPr>
          <p:nvPr/>
        </p:nvPicPr>
        <p:blipFill>
          <a:blip r:embed="rId3" cstate="print"/>
          <a:srcRect t="20458" b="21417"/>
          <a:stretch>
            <a:fillRect/>
          </a:stretch>
        </p:blipFill>
        <p:spPr bwMode="auto">
          <a:xfrm>
            <a:off x="5704244" y="4541735"/>
            <a:ext cx="1843549" cy="1071570"/>
          </a:xfrm>
          <a:prstGeom prst="rect">
            <a:avLst/>
          </a:prstGeom>
          <a:noFill/>
        </p:spPr>
      </p:pic>
      <p:pic>
        <p:nvPicPr>
          <p:cNvPr id="9" name="Picture 4" descr="http://www.de-bedstee.nl/tienerkamers/img/emdeka/Match_a1.jpg"/>
          <p:cNvPicPr>
            <a:picLocks noChangeAspect="1" noChangeArrowheads="1"/>
          </p:cNvPicPr>
          <p:nvPr/>
        </p:nvPicPr>
        <p:blipFill>
          <a:blip r:embed="rId3" cstate="print"/>
          <a:srcRect t="20458" b="21417"/>
          <a:stretch>
            <a:fillRect/>
          </a:stretch>
        </p:blipFill>
        <p:spPr bwMode="auto">
          <a:xfrm>
            <a:off x="8218413" y="4827487"/>
            <a:ext cx="1843549" cy="1071570"/>
          </a:xfrm>
          <a:prstGeom prst="rect">
            <a:avLst/>
          </a:prstGeom>
          <a:noFill/>
        </p:spPr>
      </p:pic>
      <p:pic>
        <p:nvPicPr>
          <p:cNvPr id="10" name="Picture 4" descr="http://www.de-bedstee.nl/tienerkamers/img/emdeka/Match_a1.jpg"/>
          <p:cNvPicPr>
            <a:picLocks noChangeAspect="1" noChangeArrowheads="1"/>
          </p:cNvPicPr>
          <p:nvPr/>
        </p:nvPicPr>
        <p:blipFill>
          <a:blip r:embed="rId3" cstate="print"/>
          <a:srcRect t="20458" b="21417"/>
          <a:stretch>
            <a:fillRect/>
          </a:stretch>
        </p:blipFill>
        <p:spPr bwMode="auto">
          <a:xfrm>
            <a:off x="7918822" y="1684215"/>
            <a:ext cx="1843549" cy="1071570"/>
          </a:xfrm>
          <a:prstGeom prst="rect">
            <a:avLst/>
          </a:prstGeom>
          <a:noFill/>
        </p:spPr>
      </p:pic>
      <p:sp>
        <p:nvSpPr>
          <p:cNvPr id="11" name="Tekstvak 10"/>
          <p:cNvSpPr txBox="1"/>
          <p:nvPr/>
        </p:nvSpPr>
        <p:spPr>
          <a:xfrm>
            <a:off x="3856308" y="3128247"/>
            <a:ext cx="17947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BE" sz="2400" b="1">
                <a:solidFill>
                  <a:srgbClr val="4584B6"/>
                </a:solidFill>
              </a:rPr>
              <a:t>in place of</a:t>
            </a:r>
          </a:p>
        </p:txBody>
      </p:sp>
    </p:spTree>
    <p:extLst>
      <p:ext uri="{BB962C8B-B14F-4D97-AF65-F5344CB8AC3E}">
        <p14:creationId xmlns:p14="http://schemas.microsoft.com/office/powerpoint/2010/main" val="368987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390"/>
    </mc:Choice>
    <mc:Fallback xmlns="">
      <p:transition spd="slow" advTm="1539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CAF52-58F2-4C5C-8E58-541CD131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Tuple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E01157C-DA09-407D-8C6A-C9D1502C0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nl-BE" b="1">
                <a:solidFill>
                  <a:srgbClr val="4584B6"/>
                </a:solidFill>
              </a:rPr>
              <a:t> </a:t>
            </a:r>
            <a:r>
              <a:rPr lang="nl-BE" sz="2400" err="1"/>
              <a:t>Once</a:t>
            </a:r>
            <a:r>
              <a:rPr lang="nl-BE" sz="2400"/>
              <a:t> created, the content of the </a:t>
            </a:r>
            <a:r>
              <a:rPr lang="nl-BE" sz="2400" err="1"/>
              <a:t>tuple</a:t>
            </a:r>
            <a:r>
              <a:rPr lang="nl-BE" sz="2400"/>
              <a:t> is fixed; a </a:t>
            </a:r>
            <a:r>
              <a:rPr lang="nl-BE" sz="2400" err="1"/>
              <a:t>tuple</a:t>
            </a:r>
            <a:r>
              <a:rPr lang="nl-BE" sz="2400"/>
              <a:t> is '</a:t>
            </a:r>
            <a:r>
              <a:rPr lang="nl-BE" sz="2400" err="1"/>
              <a:t>immutable</a:t>
            </a:r>
            <a:r>
              <a:rPr lang="nl-BE" sz="2400"/>
              <a:t>'.</a:t>
            </a:r>
          </a:p>
          <a:p>
            <a:pPr lvl="1"/>
            <a:r>
              <a:rPr lang="nl-BE"/>
              <a:t>You cannot change or remove elements from the </a:t>
            </a:r>
            <a:r>
              <a:rPr lang="nl-BE" err="1"/>
              <a:t>tuple</a:t>
            </a:r>
          </a:p>
          <a:p>
            <a:pPr lvl="1"/>
            <a:r>
              <a:rPr lang="nl-BE"/>
              <a:t>You can't add elements.</a:t>
            </a:r>
          </a:p>
          <a:p>
            <a:pPr lvl="1"/>
            <a:endParaRPr lang="nl-BE" sz="2400"/>
          </a:p>
          <a:p>
            <a:r>
              <a:rPr lang="nl-BE" sz="2600" err="1"/>
              <a:t>To</a:t>
            </a:r>
            <a:r>
              <a:rPr lang="nl-BE" sz="2600"/>
              <a:t> </a:t>
            </a:r>
            <a:r>
              <a:rPr lang="nl-BE" sz="2600" err="1"/>
              <a:t>create</a:t>
            </a:r>
            <a:r>
              <a:rPr lang="nl-BE" sz="2600"/>
              <a:t> a </a:t>
            </a:r>
            <a:r>
              <a:rPr lang="nl-BE" sz="2600" err="1"/>
              <a:t>tuple</a:t>
            </a:r>
            <a:r>
              <a:rPr lang="nl-BE" sz="2600"/>
              <a:t> </a:t>
            </a:r>
            <a:r>
              <a:rPr lang="nl-BE" sz="2600" err="1"/>
              <a:t>you</a:t>
            </a:r>
            <a:r>
              <a:rPr lang="nl-BE" sz="2600"/>
              <a:t> </a:t>
            </a:r>
            <a:r>
              <a:rPr lang="nl-BE" sz="2600" err="1"/>
              <a:t>use</a:t>
            </a:r>
            <a:r>
              <a:rPr lang="nl-BE" sz="2600"/>
              <a:t> 	  ( ) </a:t>
            </a:r>
          </a:p>
          <a:p>
            <a:pPr marL="457200" lvl="1" indent="0">
              <a:buNone/>
            </a:pPr>
            <a:br>
              <a:rPr lang="nl-BE" sz="1800"/>
            </a:br>
            <a:endParaRPr lang="nl-BE" sz="1800"/>
          </a:p>
          <a:p>
            <a:pPr lvl="1"/>
            <a:endParaRPr lang="nl-BE" sz="2400"/>
          </a:p>
          <a:p>
            <a:r>
              <a:rPr lang="nl-BE" sz="2600"/>
              <a:t>A </a:t>
            </a:r>
            <a:r>
              <a:rPr lang="nl-BE" sz="2600" err="1"/>
              <a:t>tuple</a:t>
            </a:r>
            <a:r>
              <a:rPr lang="nl-BE" sz="2600"/>
              <a:t> is </a:t>
            </a:r>
            <a:r>
              <a:rPr lang="nl-BE" sz="2600" err="1"/>
              <a:t>immutable</a:t>
            </a:r>
            <a:endParaRPr lang="nl-BE" sz="2600"/>
          </a:p>
          <a:p>
            <a:pPr marL="0" indent="0">
              <a:buNone/>
            </a:pPr>
            <a:br>
              <a:rPr lang="nl-BE" sz="1800"/>
            </a:br>
            <a:endParaRPr lang="nl-BE" sz="180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28E3E29-550B-407C-9048-51D8822E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5</a:t>
            </a:fld>
            <a:endParaRPr lang="nl-BE"/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97DA4FC0-E18A-45B5-8EA4-9BE5EFAFE305}"/>
              </a:ext>
            </a:extLst>
          </p:cNvPr>
          <p:cNvSpPr/>
          <p:nvPr/>
        </p:nvSpPr>
        <p:spPr>
          <a:xfrm>
            <a:off x="1893984" y="3988818"/>
            <a:ext cx="81485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temperatures = (</a:t>
            </a:r>
            <a:r>
              <a:rPr lang="nl-BE" altLang="nl-BE" b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30, 40, 60, 90</a:t>
            </a:r>
            <a:r>
              <a:rPr lang="nl-BE" altLang="nl-BE" b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077A236-67FE-4984-835B-EFABD92F9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476" y="4537538"/>
            <a:ext cx="7679662" cy="19553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04BECFA1-639D-4B2C-9FB1-0231319AC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8640393"/>
              </p:ext>
            </p:extLst>
          </p:nvPr>
        </p:nvGraphicFramePr>
        <p:xfrm>
          <a:off x="7251461" y="2739248"/>
          <a:ext cx="3250692" cy="93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673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</a:tblGrid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/>
                        <a:t>0</a:t>
                      </a:r>
                      <a:endParaRPr lang="nl-BE" baseline="30000"/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30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40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60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90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411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537"/>
    </mc:Choice>
    <mc:Fallback xmlns="">
      <p:transition spd="slow" advTm="945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2CAF52-58F2-4C5C-8E58-541CD131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List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E01157C-DA09-407D-8C6A-C9D1502C0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428750"/>
            <a:ext cx="11291048" cy="4748213"/>
          </a:xfrm>
        </p:spPr>
        <p:txBody>
          <a:bodyPr>
            <a:noAutofit/>
          </a:bodyPr>
          <a:lstStyle/>
          <a:p>
            <a:r>
              <a:rPr lang="nl-BE" sz="2600"/>
              <a:t>The content of a list can be changed at any time; a list is '</a:t>
            </a:r>
            <a:r>
              <a:rPr lang="nl-BE" sz="2600" err="1"/>
              <a:t>mutable</a:t>
            </a:r>
            <a:r>
              <a:rPr lang="nl-BE" sz="2600"/>
              <a:t>'.</a:t>
            </a:r>
          </a:p>
          <a:p>
            <a:pPr lvl="1"/>
            <a:r>
              <a:rPr lang="nl-BE"/>
              <a:t>You can change elements in the list</a:t>
            </a:r>
          </a:p>
          <a:p>
            <a:pPr lvl="1"/>
            <a:r>
              <a:rPr lang="nl-BE"/>
              <a:t>You can remove elements from the list</a:t>
            </a:r>
          </a:p>
          <a:p>
            <a:pPr lvl="1"/>
            <a:r>
              <a:rPr lang="nl-BE"/>
              <a:t>You can add new elements to </a:t>
            </a:r>
            <a:r>
              <a:rPr lang="nl-BE" err="1"/>
              <a:t>the</a:t>
            </a:r>
            <a:r>
              <a:rPr lang="nl-BE"/>
              <a:t> list</a:t>
            </a:r>
          </a:p>
          <a:p>
            <a:pPr marL="457200" lvl="1" indent="0">
              <a:buNone/>
            </a:pPr>
            <a:endParaRPr lang="nl-BE"/>
          </a:p>
          <a:p>
            <a:r>
              <a:rPr lang="nl-BE" sz="2600" err="1"/>
              <a:t>To</a:t>
            </a:r>
            <a:r>
              <a:rPr lang="nl-BE" sz="2600"/>
              <a:t> </a:t>
            </a:r>
            <a:r>
              <a:rPr lang="nl-BE" sz="2600" err="1"/>
              <a:t>create</a:t>
            </a:r>
            <a:r>
              <a:rPr lang="nl-BE" sz="2600"/>
              <a:t> a list </a:t>
            </a:r>
            <a:r>
              <a:rPr lang="nl-BE" sz="2600" err="1"/>
              <a:t>you</a:t>
            </a:r>
            <a:r>
              <a:rPr lang="nl-BE" sz="2600"/>
              <a:t> </a:t>
            </a:r>
            <a:r>
              <a:rPr lang="nl-BE" sz="2600" err="1"/>
              <a:t>use</a:t>
            </a:r>
            <a:r>
              <a:rPr lang="nl-BE" sz="2600"/>
              <a:t>	[ ]</a:t>
            </a:r>
          </a:p>
          <a:p>
            <a:pPr marL="0" indent="0">
              <a:buNone/>
            </a:pPr>
            <a:endParaRPr lang="nl-BE" sz="1800"/>
          </a:p>
          <a:p>
            <a:pPr marL="0" indent="0">
              <a:buNone/>
            </a:pPr>
            <a:br>
              <a:rPr lang="nl-BE" sz="1800"/>
            </a:br>
            <a:br>
              <a:rPr lang="nl-BE" sz="1800"/>
            </a:br>
            <a:br>
              <a:rPr lang="nl-BE" sz="1800"/>
            </a:br>
            <a:endParaRPr lang="nl-BE" sz="180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28E3E29-550B-407C-9048-51D8822EC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6</a:t>
            </a:fld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9DC6842-3E04-40E9-9682-B47AFC183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311" y="4341565"/>
            <a:ext cx="8843963" cy="15430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1678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308"/>
    </mc:Choice>
    <mc:Fallback xmlns="">
      <p:transition spd="slow" advTm="6230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75C1E1-1962-4E44-B105-A218ECF3A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Function </a:t>
            </a:r>
            <a:r>
              <a:rPr lang="nl-BE" err="1"/>
              <a:t>len</a:t>
            </a:r>
            <a:r>
              <a:rPr lang="nl-BE"/>
              <a:t>()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EA87BB-7196-4518-A041-403771D91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Using the function </a:t>
            </a:r>
            <a:r>
              <a:rPr lang="nl-BE" err="1"/>
              <a:t>len</a:t>
            </a:r>
            <a:r>
              <a:rPr lang="nl-BE"/>
              <a:t>() you can retrieve the number of elements in a series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9083F49-40ED-45B4-B12A-D86DD839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7</a:t>
            </a:fld>
            <a:endParaRPr lang="nl-BE"/>
          </a:p>
        </p:txBody>
      </p:sp>
      <p:pic>
        <p:nvPicPr>
          <p:cNvPr id="29" name="Afbeelding 28">
            <a:extLst>
              <a:ext uri="{FF2B5EF4-FFF2-40B4-BE49-F238E27FC236}">
                <a16:creationId xmlns:a16="http://schemas.microsoft.com/office/drawing/2014/main" id="{3277B40C-5AD2-4CF6-942C-6207CF48A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422" y="2524604"/>
            <a:ext cx="4643438" cy="10858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0" name="Afbeelding 29">
            <a:extLst>
              <a:ext uri="{FF2B5EF4-FFF2-40B4-BE49-F238E27FC236}">
                <a16:creationId xmlns:a16="http://schemas.microsoft.com/office/drawing/2014/main" id="{2D1AD6E2-74FA-4440-8B18-9F8F6956F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22" y="4757037"/>
            <a:ext cx="10329863" cy="110013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33" name="Tabel 32">
            <a:extLst>
              <a:ext uri="{FF2B5EF4-FFF2-40B4-BE49-F238E27FC236}">
                <a16:creationId xmlns:a16="http://schemas.microsoft.com/office/drawing/2014/main" id="{85DAF9AC-C8FC-4208-9FE4-BB9F6CE29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5718234"/>
              </p:ext>
            </p:extLst>
          </p:nvPr>
        </p:nvGraphicFramePr>
        <p:xfrm>
          <a:off x="6671142" y="2431723"/>
          <a:ext cx="3250692" cy="934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673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</a:tblGrid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/>
                        <a:t>0</a:t>
                      </a:r>
                      <a:endParaRPr lang="nl-BE" baseline="30000"/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30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40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60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90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743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8143"/>
    </mc:Choice>
    <mc:Fallback xmlns="">
      <p:transition spd="slow" advTm="2814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EA5FD902-8A8C-48DB-B9E1-D55E9FA68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435" y="3227275"/>
            <a:ext cx="10072688" cy="33289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0E8C72D-FA77-4769-8D93-C8C19FE0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Index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0B7E13-A0C9-4005-A2E5-7E3A2981C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Each object in the series can be addressed on the basis of its serial number or so-called </a:t>
            </a:r>
            <a:r>
              <a:rPr lang="nl-BE" i="1"/>
              <a:t>index</a:t>
            </a:r>
            <a:r>
              <a:rPr lang="nl-BE"/>
              <a:t> in the series.</a:t>
            </a:r>
          </a:p>
          <a:p>
            <a:r>
              <a:rPr lang="nl-BE"/>
              <a:t>The first item in the series has index 0</a:t>
            </a:r>
          </a:p>
          <a:p>
            <a:pPr marL="457200" lvl="1" indent="0">
              <a:buNone/>
            </a:pPr>
            <a:endParaRPr lang="nl-BE"/>
          </a:p>
          <a:p>
            <a:pPr lvl="1"/>
            <a:endParaRPr lang="nl-BE"/>
          </a:p>
          <a:p>
            <a:pPr lvl="1"/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64692CC-7E4A-47DC-A414-19CE7482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8</a:t>
            </a:fld>
            <a:endParaRPr lang="nl-BE"/>
          </a:p>
        </p:txBody>
      </p:sp>
      <p:graphicFrame>
        <p:nvGraphicFramePr>
          <p:cNvPr id="29" name="Tabel 28">
            <a:extLst>
              <a:ext uri="{FF2B5EF4-FFF2-40B4-BE49-F238E27FC236}">
                <a16:creationId xmlns:a16="http://schemas.microsoft.com/office/drawing/2014/main" id="{B7F0EBF4-48C9-400A-B00E-2AD3897CA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870315"/>
              </p:ext>
            </p:extLst>
          </p:nvPr>
        </p:nvGraphicFramePr>
        <p:xfrm>
          <a:off x="4999433" y="3863928"/>
          <a:ext cx="6683485" cy="10843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6697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1336697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1336697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1336697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  <a:gridCol w="1336697">
                  <a:extLst>
                    <a:ext uri="{9D8B030D-6E8A-4147-A177-3AD203B41FA5}">
                      <a16:colId xmlns:a16="http://schemas.microsoft.com/office/drawing/2014/main" val="1084754396"/>
                    </a:ext>
                  </a:extLst>
                </a:gridCol>
              </a:tblGrid>
              <a:tr h="383349">
                <a:tc>
                  <a:txBody>
                    <a:bodyPr/>
                    <a:lstStyle/>
                    <a:p>
                      <a:pPr algn="ctr"/>
                      <a:r>
                        <a:rPr lang="nl-BE"/>
                        <a:t>0</a:t>
                      </a:r>
                      <a:endParaRPr lang="nl-BE" baseline="30000"/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4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525033"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Dunkirk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Loving</a:t>
                      </a:r>
                      <a:r>
                        <a:rPr lang="nl-BE" sz="2000" b="1"/>
                        <a:t> Vincent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Red </a:t>
                      </a:r>
                      <a:r>
                        <a:rPr lang="nl-BE" sz="2000" b="1" err="1"/>
                        <a:t>Sparrow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Jumanji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Loveless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36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032"/>
    </mc:Choice>
    <mc:Fallback xmlns="">
      <p:transition spd="slow" advTm="4903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E8C72D-FA77-4769-8D93-C8C19FE08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Index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0B7E13-A0C9-4005-A2E5-7E3A2981C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/>
              <a:t>You can also count the index position starting from the last element in the series.</a:t>
            </a:r>
          </a:p>
          <a:p>
            <a:r>
              <a:rPr lang="nl-BE" dirty="0"/>
              <a:t>The last element has index -1.</a:t>
            </a:r>
          </a:p>
          <a:p>
            <a:pPr marL="457200" lvl="1" indent="0">
              <a:buNone/>
            </a:pPr>
            <a:endParaRPr lang="nl-BE" dirty="0"/>
          </a:p>
          <a:p>
            <a:pPr lvl="1"/>
            <a:endParaRPr lang="nl-BE" dirty="0"/>
          </a:p>
          <a:p>
            <a:pPr lvl="1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64692CC-7E4A-47DC-A414-19CE74829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9</a:t>
            </a:fld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375F32A-572C-45A5-9450-1C54E2011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87" y="3027362"/>
            <a:ext cx="5129213" cy="33289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29" name="Tabel 28">
            <a:extLst>
              <a:ext uri="{FF2B5EF4-FFF2-40B4-BE49-F238E27FC236}">
                <a16:creationId xmlns:a16="http://schemas.microsoft.com/office/drawing/2014/main" id="{1AC30120-92C5-4784-A8F2-81F4A2204D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714886"/>
              </p:ext>
            </p:extLst>
          </p:nvPr>
        </p:nvGraphicFramePr>
        <p:xfrm>
          <a:off x="7171986" y="3007611"/>
          <a:ext cx="3250692" cy="140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673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</a:tblGrid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/>
                        <a:t>0</a:t>
                      </a:r>
                      <a:endParaRPr lang="nl-BE" baseline="30000"/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30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40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60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90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52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9507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20"/>
    </mc:Choice>
    <mc:Fallback xmlns="">
      <p:transition spd="slow" advTm="4962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6F943C-D3CB-40D7-B5B0-52FBFDFDE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Method index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79B38C3-63DF-49CB-A10B-AA65649DC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err="1">
                <a:latin typeface="Calibri" pitchFamily="34" charset="0"/>
                <a:cs typeface="Calibri" pitchFamily="34" charset="0"/>
              </a:rPr>
              <a:t>You</a:t>
            </a:r>
            <a:r>
              <a:rPr lang="nl-NL">
                <a:latin typeface="Calibri" pitchFamily="34" charset="0"/>
                <a:cs typeface="Calibri" pitchFamily="34" charset="0"/>
              </a:rPr>
              <a:t> </a:t>
            </a:r>
            <a:r>
              <a:rPr lang="nl-NL" err="1">
                <a:latin typeface="Calibri" pitchFamily="34" charset="0"/>
                <a:cs typeface="Calibri" pitchFamily="34" charset="0"/>
              </a:rPr>
              <a:t>can</a:t>
            </a:r>
            <a:r>
              <a:rPr lang="nl-NL">
                <a:latin typeface="Calibri" pitchFamily="34" charset="0"/>
                <a:cs typeface="Calibri" pitchFamily="34" charset="0"/>
              </a:rPr>
              <a:t> </a:t>
            </a:r>
            <a:r>
              <a:rPr lang="nl-NL" err="1">
                <a:latin typeface="Calibri" pitchFamily="34" charset="0"/>
                <a:cs typeface="Calibri" pitchFamily="34" charset="0"/>
              </a:rPr>
              <a:t>also</a:t>
            </a:r>
            <a:r>
              <a:rPr lang="nl-NL">
                <a:latin typeface="Calibri" pitchFamily="34" charset="0"/>
                <a:cs typeface="Calibri" pitchFamily="34" charset="0"/>
              </a:rPr>
              <a:t> search </a:t>
            </a:r>
            <a:r>
              <a:rPr lang="nl-NL" err="1">
                <a:latin typeface="Calibri" pitchFamily="34" charset="0"/>
                <a:cs typeface="Calibri" pitchFamily="34" charset="0"/>
              </a:rPr>
              <a:t>the</a:t>
            </a:r>
            <a:r>
              <a:rPr lang="nl-NL">
                <a:latin typeface="Calibri" pitchFamily="34" charset="0"/>
                <a:cs typeface="Calibri" pitchFamily="34" charset="0"/>
              </a:rPr>
              <a:t> index position of an element.</a:t>
            </a:r>
          </a:p>
          <a:p>
            <a:r>
              <a:rPr lang="nl-NL">
                <a:latin typeface="Calibri" pitchFamily="34" charset="0"/>
                <a:cs typeface="Calibri" pitchFamily="34" charset="0"/>
              </a:rPr>
              <a:t>You will receive an error message </a:t>
            </a:r>
            <a:r>
              <a:rPr lang="nl-BE">
                <a:latin typeface="Calibri" pitchFamily="34" charset="0"/>
                <a:cs typeface="Calibri" pitchFamily="34" charset="0"/>
              </a:rPr>
              <a:t>when the element is not found.</a:t>
            </a:r>
          </a:p>
          <a:p>
            <a:r>
              <a:rPr lang="nl-BE">
                <a:latin typeface="Calibri" pitchFamily="34" charset="0"/>
                <a:cs typeface="Calibri" pitchFamily="34" charset="0"/>
              </a:rPr>
              <a:t>When an element occurs more than once in the series, the index of the first occurrence is returned.</a:t>
            </a:r>
            <a:endParaRPr lang="en-US">
              <a:latin typeface="Calibri" pitchFamily="34" charset="0"/>
              <a:cs typeface="Calibri" pitchFamily="34" charset="0"/>
            </a:endParaRPr>
          </a:p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F63D43E-B515-4397-A450-FBB89530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10</a:t>
            </a:fld>
            <a:endParaRPr lang="nl-BE"/>
          </a:p>
        </p:txBody>
      </p:sp>
      <p:pic>
        <p:nvPicPr>
          <p:cNvPr id="28" name="Afbeelding 27">
            <a:extLst>
              <a:ext uri="{FF2B5EF4-FFF2-40B4-BE49-F238E27FC236}">
                <a16:creationId xmlns:a16="http://schemas.microsoft.com/office/drawing/2014/main" id="{AF6420E9-0637-47D7-9F45-A5EA82D36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138" y="3431047"/>
            <a:ext cx="7043738" cy="33147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29" name="Tabel 28">
            <a:extLst>
              <a:ext uri="{FF2B5EF4-FFF2-40B4-BE49-F238E27FC236}">
                <a16:creationId xmlns:a16="http://schemas.microsoft.com/office/drawing/2014/main" id="{BB6D3C45-47BC-444D-AF1F-8594EC7EE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399608"/>
              </p:ext>
            </p:extLst>
          </p:nvPr>
        </p:nvGraphicFramePr>
        <p:xfrm>
          <a:off x="7169285" y="4231532"/>
          <a:ext cx="4474724" cy="9345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8681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1118681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</a:tblGrid>
              <a:tr h="467158">
                <a:tc>
                  <a:txBody>
                    <a:bodyPr/>
                    <a:lstStyle/>
                    <a:p>
                      <a:pPr algn="ctr"/>
                      <a:r>
                        <a:rPr lang="nl-BE"/>
                        <a:t>0</a:t>
                      </a:r>
                      <a:endParaRPr lang="nl-BE" baseline="30000"/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nl-BE" sz="18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</a:t>
                      </a:r>
                      <a:endParaRPr kumimoji="0" lang="nl-BE" sz="1800" b="1" i="0" u="none" strike="noStrike" kern="1200" cap="none" spc="0" normalizeH="0" baseline="3000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spring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summer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autumn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winter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836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289"/>
    </mc:Choice>
    <mc:Fallback xmlns="">
      <p:transition spd="slow" advTm="52289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C16B3-5667-43DA-BBB8-B7BC70306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Slicing</a:t>
            </a:r>
            <a:r>
              <a:rPr lang="nl-BE" sz="3200"/>
              <a:t> (List and </a:t>
            </a:r>
            <a:r>
              <a:rPr lang="nl-BE" sz="3200" err="1"/>
              <a:t>Tuple</a:t>
            </a:r>
            <a:r>
              <a:rPr lang="nl-BE" sz="3200"/>
              <a:t>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CEBC4E8-D202-4EE0-BD45-3ADED5EF2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626069"/>
          </a:xfrm>
        </p:spPr>
        <p:txBody>
          <a:bodyPr/>
          <a:lstStyle/>
          <a:p>
            <a:r>
              <a:rPr lang="nl-BE" err="1"/>
              <a:t>Slicing</a:t>
            </a:r>
            <a:r>
              <a:rPr lang="nl-BE"/>
              <a:t> means that via the index positions [lower limit : upper limit] you indicate which part you want to take out of the series. Lower limit is </a:t>
            </a:r>
            <a:r>
              <a:rPr lang="nl-BE" err="1"/>
              <a:t>included</a:t>
            </a:r>
            <a:r>
              <a:rPr lang="nl-BE"/>
              <a:t> in </a:t>
            </a:r>
            <a:r>
              <a:rPr lang="nl-BE" err="1"/>
              <a:t>the</a:t>
            </a:r>
            <a:r>
              <a:rPr lang="nl-BE"/>
              <a:t> </a:t>
            </a:r>
            <a:r>
              <a:rPr lang="nl-BE" err="1"/>
              <a:t>selection</a:t>
            </a:r>
            <a:r>
              <a:rPr lang="nl-BE"/>
              <a:t>, upper limit is </a:t>
            </a:r>
            <a:r>
              <a:rPr lang="nl-BE" err="1"/>
              <a:t>not</a:t>
            </a:r>
            <a:r>
              <a:rPr lang="nl-BE"/>
              <a:t> </a:t>
            </a:r>
            <a:r>
              <a:rPr lang="nl-BE" err="1"/>
              <a:t>included</a:t>
            </a:r>
            <a:r>
              <a:rPr lang="nl-BE"/>
              <a:t>. </a:t>
            </a:r>
          </a:p>
          <a:p>
            <a:r>
              <a:rPr lang="nl-BE"/>
              <a:t>The result of </a:t>
            </a:r>
            <a:r>
              <a:rPr lang="nl-BE" err="1"/>
              <a:t>slicing</a:t>
            </a:r>
            <a:r>
              <a:rPr lang="nl-BE"/>
              <a:t> is </a:t>
            </a:r>
            <a:r>
              <a:rPr lang="nl-BE" err="1"/>
              <a:t>another</a:t>
            </a:r>
            <a:r>
              <a:rPr lang="nl-BE"/>
              <a:t> series.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DD55945C-5AAE-41FF-9DD7-3C17EB6F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11</a:t>
            </a:fld>
            <a:endParaRPr lang="nl-BE"/>
          </a:p>
        </p:txBody>
      </p:sp>
      <p:pic>
        <p:nvPicPr>
          <p:cNvPr id="29" name="Afbeelding 28">
            <a:extLst>
              <a:ext uri="{FF2B5EF4-FFF2-40B4-BE49-F238E27FC236}">
                <a16:creationId xmlns:a16="http://schemas.microsoft.com/office/drawing/2014/main" id="{DE431452-64DE-4885-A436-849383663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080" y="3506821"/>
            <a:ext cx="7615238" cy="24574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graphicFrame>
        <p:nvGraphicFramePr>
          <p:cNvPr id="30" name="Tabel 29">
            <a:extLst>
              <a:ext uri="{FF2B5EF4-FFF2-40B4-BE49-F238E27FC236}">
                <a16:creationId xmlns:a16="http://schemas.microsoft.com/office/drawing/2014/main" id="{0427DD94-814D-4D46-9F1D-F79766894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358118"/>
              </p:ext>
            </p:extLst>
          </p:nvPr>
        </p:nvGraphicFramePr>
        <p:xfrm>
          <a:off x="6286197" y="4180234"/>
          <a:ext cx="5688711" cy="1402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673">
                  <a:extLst>
                    <a:ext uri="{9D8B030D-6E8A-4147-A177-3AD203B41FA5}">
                      <a16:colId xmlns:a16="http://schemas.microsoft.com/office/drawing/2014/main" val="3889988562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3534543008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4241085175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969301899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084754396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1084472381"/>
                    </a:ext>
                  </a:extLst>
                </a:gridCol>
                <a:gridCol w="812673">
                  <a:extLst>
                    <a:ext uri="{9D8B030D-6E8A-4147-A177-3AD203B41FA5}">
                      <a16:colId xmlns:a16="http://schemas.microsoft.com/office/drawing/2014/main" val="3465935939"/>
                    </a:ext>
                  </a:extLst>
                </a:gridCol>
              </a:tblGrid>
              <a:tr h="4673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nl-BE" sz="1800" kern="120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800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800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800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800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800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sz="1800" kern="1200" noProof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392098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Mon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Tue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Wed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Thu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Fri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 err="1"/>
                        <a:t>Sat</a:t>
                      </a:r>
                      <a:endParaRPr lang="nl-BE" sz="2000" b="1"/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 sz="2000" b="1"/>
                        <a:t>Sun</a:t>
                      </a:r>
                    </a:p>
                  </a:txBody>
                  <a:tcPr anchor="ctr">
                    <a:solidFill>
                      <a:srgbClr val="FFDE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858282"/>
                  </a:ext>
                </a:extLst>
              </a:tr>
              <a:tr h="467350"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-7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-6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-5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-4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-3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-2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nl-BE">
                          <a:solidFill>
                            <a:schemeClr val="bg1"/>
                          </a:solidFill>
                        </a:rPr>
                        <a:t>-1</a:t>
                      </a:r>
                    </a:p>
                  </a:txBody>
                  <a:tcPr anchor="ctr">
                    <a:solidFill>
                      <a:srgbClr val="4584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97524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1010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210"/>
    </mc:Choice>
    <mc:Fallback xmlns="">
      <p:transition spd="slow" advTm="8921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12847-5649-42A7-B484-7122567B3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6" y="365125"/>
            <a:ext cx="10280366" cy="920015"/>
          </a:xfrm>
        </p:spPr>
        <p:txBody>
          <a:bodyPr>
            <a:normAutofit/>
          </a:bodyPr>
          <a:lstStyle/>
          <a:p>
            <a:r>
              <a:rPr lang="nl-BE"/>
              <a:t>Check for occurrence in List or </a:t>
            </a:r>
            <a:r>
              <a:rPr lang="nl-BE" err="1"/>
              <a:t>Tuple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6DEE868-8D1F-41F4-9287-8D870A8D0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4" y="1478604"/>
            <a:ext cx="11472275" cy="4698359"/>
          </a:xfrm>
        </p:spPr>
        <p:txBody>
          <a:bodyPr>
            <a:normAutofit/>
          </a:bodyPr>
          <a:lstStyle/>
          <a:p>
            <a:r>
              <a:rPr lang="nl-BE"/>
              <a:t>Check whether a day falls during the week or </a:t>
            </a:r>
            <a:r>
              <a:rPr lang="nl-BE" err="1"/>
              <a:t>during</a:t>
            </a:r>
            <a:r>
              <a:rPr lang="nl-BE"/>
              <a:t> the weekend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C3214A7-1D94-4D37-976C-1046B15B9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12</a:t>
            </a:fld>
            <a:endParaRPr lang="nl-BE"/>
          </a:p>
        </p:txBody>
      </p:sp>
      <p:sp>
        <p:nvSpPr>
          <p:cNvPr id="9" name="Rechthoek: afgeronde hoeken 8">
            <a:extLst>
              <a:ext uri="{FF2B5EF4-FFF2-40B4-BE49-F238E27FC236}">
                <a16:creationId xmlns:a16="http://schemas.microsoft.com/office/drawing/2014/main" id="{1C944FD4-B592-4BA5-966F-AF0D77518EDF}"/>
              </a:ext>
            </a:extLst>
          </p:cNvPr>
          <p:cNvSpPr/>
          <p:nvPr/>
        </p:nvSpPr>
        <p:spPr>
          <a:xfrm>
            <a:off x="613498" y="5118106"/>
            <a:ext cx="10965003" cy="167470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400" b="1">
                <a:solidFill>
                  <a:schemeClr val="tx1"/>
                </a:solidFill>
                <a:cs typeface="Courier New" pitchFamily="49" charset="0"/>
              </a:rPr>
              <a:t>element </a:t>
            </a:r>
            <a:r>
              <a:rPr lang="nl-NL" sz="2400" b="1">
                <a:solidFill>
                  <a:srgbClr val="00008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nl-NL" sz="2400" b="1">
                <a:solidFill>
                  <a:schemeClr val="tx1"/>
                </a:solidFill>
                <a:cs typeface="Courier New" pitchFamily="49" charset="0"/>
              </a:rPr>
              <a:t> series </a:t>
            </a:r>
            <a:r>
              <a:rPr lang="nl-NL" sz="2400">
                <a:solidFill>
                  <a:schemeClr val="tx1"/>
                </a:solidFill>
                <a:cs typeface="Courier New" pitchFamily="49" charset="0"/>
              </a:rPr>
              <a:t>is a </a:t>
            </a:r>
            <a:r>
              <a:rPr lang="nl-NL" sz="2400" err="1">
                <a:solidFill>
                  <a:schemeClr val="tx1"/>
                </a:solidFill>
                <a:cs typeface="Courier New" pitchFamily="49" charset="0"/>
              </a:rPr>
              <a:t>boolean</a:t>
            </a:r>
            <a:r>
              <a:rPr lang="nl-NL" sz="2400">
                <a:solidFill>
                  <a:schemeClr val="tx1"/>
                </a:solidFill>
                <a:cs typeface="Courier New" pitchFamily="49" charset="0"/>
              </a:rPr>
              <a:t> </a:t>
            </a:r>
            <a:r>
              <a:rPr lang="nl-NL" sz="2400" err="1">
                <a:solidFill>
                  <a:schemeClr val="tx1"/>
                </a:solidFill>
                <a:cs typeface="Courier New" pitchFamily="49" charset="0"/>
              </a:rPr>
              <a:t>expression</a:t>
            </a:r>
            <a:r>
              <a:rPr lang="nl-NL" sz="2400">
                <a:solidFill>
                  <a:schemeClr val="tx1"/>
                </a:solidFill>
                <a:cs typeface="Courier New" pitchFamily="49" charset="0"/>
              </a:rPr>
              <a:t> </a:t>
            </a:r>
            <a:r>
              <a:rPr lang="nl-NL" sz="2400" err="1">
                <a:solidFill>
                  <a:schemeClr val="tx1"/>
                </a:solidFill>
                <a:cs typeface="Courier New" pitchFamily="49" charset="0"/>
              </a:rPr>
              <a:t>which</a:t>
            </a:r>
            <a:r>
              <a:rPr lang="nl-NL" sz="2400">
                <a:solidFill>
                  <a:schemeClr val="tx1"/>
                </a:solidFill>
                <a:cs typeface="Courier New" pitchFamily="49" charset="0"/>
              </a:rPr>
              <a:t> returns True when the element is in </a:t>
            </a:r>
            <a:r>
              <a:rPr lang="nl-NL" sz="2400" err="1">
                <a:solidFill>
                  <a:schemeClr val="tx1"/>
                </a:solidFill>
                <a:cs typeface="Courier New" pitchFamily="49" charset="0"/>
              </a:rPr>
              <a:t>the</a:t>
            </a:r>
            <a:r>
              <a:rPr lang="nl-NL" sz="2400">
                <a:solidFill>
                  <a:schemeClr val="tx1"/>
                </a:solidFill>
                <a:cs typeface="Courier New" pitchFamily="49" charset="0"/>
              </a:rPr>
              <a:t> range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sz="2400">
                <a:solidFill>
                  <a:schemeClr val="tx1"/>
                </a:solidFill>
              </a:rPr>
              <a:t>print(*</a:t>
            </a:r>
            <a:r>
              <a:rPr lang="nl-BE" sz="2400" err="1">
                <a:solidFill>
                  <a:schemeClr val="tx1"/>
                </a:solidFill>
              </a:rPr>
              <a:t>tuple</a:t>
            </a:r>
            <a:r>
              <a:rPr lang="nl-BE" sz="2400">
                <a:solidFill>
                  <a:schemeClr val="tx1"/>
                </a:solidFill>
              </a:rPr>
              <a:t>) prints content without ()  		</a:t>
            </a:r>
            <a:r>
              <a:rPr lang="nl-BE" sz="2400" err="1">
                <a:solidFill>
                  <a:schemeClr val="tx1"/>
                </a:solidFill>
              </a:rPr>
              <a:t>same</a:t>
            </a:r>
            <a:r>
              <a:rPr lang="nl-BE" sz="2400">
                <a:solidFill>
                  <a:schemeClr val="tx1"/>
                </a:solidFill>
              </a:rPr>
              <a:t> </a:t>
            </a:r>
            <a:r>
              <a:rPr lang="nl-BE" sz="2400" err="1">
                <a:solidFill>
                  <a:schemeClr val="tx1"/>
                </a:solidFill>
              </a:rPr>
              <a:t>for</a:t>
            </a:r>
            <a:r>
              <a:rPr lang="nl-BE" sz="2400">
                <a:solidFill>
                  <a:schemeClr val="tx1"/>
                </a:solidFill>
              </a:rPr>
              <a:t> print(*list)</a:t>
            </a:r>
            <a:endParaRPr lang="en-GB" sz="2400">
              <a:solidFill>
                <a:schemeClr val="tx1"/>
              </a:solidFill>
            </a:endParaRPr>
          </a:p>
          <a:p>
            <a:pPr lvl="1"/>
            <a:endParaRPr lang="nl-NL" sz="2400">
              <a:solidFill>
                <a:schemeClr val="tx1"/>
              </a:solidFill>
              <a:cs typeface="Courier New" pitchFamily="49" charset="0"/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BDF06274-9119-4D42-8959-511BACFFB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537" y="2621332"/>
            <a:ext cx="1965960" cy="60579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4B8160AB-D187-4557-94C7-F4E8336D90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3694" b="11811"/>
          <a:stretch/>
        </p:blipFill>
        <p:spPr>
          <a:xfrm>
            <a:off x="10146169" y="2623755"/>
            <a:ext cx="1838308" cy="60480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B70C300D-63E8-476E-9971-1EFB40789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9537" y="3400912"/>
            <a:ext cx="5234940" cy="6743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8" name="Rectangle 1">
            <a:extLst>
              <a:ext uri="{FF2B5EF4-FFF2-40B4-BE49-F238E27FC236}">
                <a16:creationId xmlns:a16="http://schemas.microsoft.com/office/drawing/2014/main" id="{A4F62DC0-58C7-4451-B63A-867B81594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6221" y="2090212"/>
            <a:ext cx="9319948" cy="25545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'Mon'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'Wed'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Thu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Fri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Sat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'Sun'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'Enter a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Weekday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elif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:]: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'Weekend'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'Input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in series:'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0576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9996"/>
    </mc:Choice>
    <mc:Fallback xmlns="">
      <p:transition spd="slow" advTm="17999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72C146-9017-4D65-8E83-C81636DB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6" y="365125"/>
            <a:ext cx="10499822" cy="920015"/>
          </a:xfrm>
        </p:spPr>
        <p:txBody>
          <a:bodyPr>
            <a:normAutofit/>
          </a:bodyPr>
          <a:lstStyle/>
          <a:p>
            <a:r>
              <a:rPr lang="nl-BE"/>
              <a:t>Check </a:t>
            </a:r>
            <a:r>
              <a:rPr lang="nl-BE" err="1"/>
              <a:t>for</a:t>
            </a:r>
            <a:r>
              <a:rPr lang="nl-BE"/>
              <a:t> </a:t>
            </a:r>
            <a:r>
              <a:rPr lang="nl-BE" err="1"/>
              <a:t>occurrence</a:t>
            </a:r>
            <a:r>
              <a:rPr lang="nl-BE"/>
              <a:t> in List or </a:t>
            </a:r>
            <a:r>
              <a:rPr lang="nl-BE" err="1"/>
              <a:t>Tuple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F0FAA2E-F357-4D77-865F-372ACF816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sz="2000" dirty="0"/>
              <a:t>Script to add new movies to your collection. </a:t>
            </a:r>
          </a:p>
          <a:p>
            <a:pPr marL="0" indent="0">
              <a:buNone/>
            </a:pP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	films = [</a:t>
            </a:r>
            <a:r>
              <a:rPr lang="nl-BE" altLang="nl-BE" sz="2000" dirty="0">
                <a:solidFill>
                  <a:srgbClr val="0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'Wonder'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nl-BE" altLang="nl-BE" sz="2000" dirty="0">
                <a:solidFill>
                  <a:srgbClr val="0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'Loving Vincent'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 '</a:t>
            </a:r>
            <a:r>
              <a:rPr lang="nl-BE" altLang="nl-BE" sz="2000" dirty="0">
                <a:solidFill>
                  <a:srgbClr val="0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Red Sparrow'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nl-BE" altLang="nl-BE" sz="2000" dirty="0">
                <a:solidFill>
                  <a:srgbClr val="00808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'Jumanji’</a:t>
            </a:r>
            <a:r>
              <a:rPr lang="nl-BE" altLang="nl-BE" sz="2000" dirty="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endParaRPr lang="nl-BE" altLang="nl-BE" sz="20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nl-BE" sz="2000" dirty="0"/>
              <a:t>Your film collection only contains unique titles. </a:t>
            </a:r>
            <a:br>
              <a:rPr lang="nl-BE" sz="2000" dirty="0"/>
            </a:br>
            <a:r>
              <a:rPr lang="nl-BE" sz="2000" dirty="0"/>
              <a:t>When you enter an existing film, you can no </a:t>
            </a:r>
            <a:br>
              <a:rPr lang="nl-BE" sz="2000" dirty="0"/>
            </a:br>
            <a:r>
              <a:rPr lang="nl-BE" sz="2000" dirty="0"/>
              <a:t>longer expand the collection.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26FA2-3111-4F86-BDBC-AF64DEA5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13</a:t>
            </a:fld>
            <a:endParaRPr lang="nl-BE"/>
          </a:p>
        </p:txBody>
      </p:sp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7A825BD8-D2BD-4A28-98B8-6FA6D5670C83}"/>
              </a:ext>
            </a:extLst>
          </p:cNvPr>
          <p:cNvSpPr/>
          <p:nvPr/>
        </p:nvSpPr>
        <p:spPr>
          <a:xfrm>
            <a:off x="4724608" y="3359564"/>
            <a:ext cx="1485333" cy="4772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>
                <a:solidFill>
                  <a:schemeClr val="tx1"/>
                </a:solidFill>
                <a:cs typeface="Courier New" pitchFamily="49" charset="0"/>
              </a:rPr>
              <a:t>Iteration!</a:t>
            </a:r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B122194-D67C-491C-A92A-8302E6F96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303" y="2514473"/>
            <a:ext cx="4467225" cy="41338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Linkeraccolade 5">
            <a:extLst>
              <a:ext uri="{FF2B5EF4-FFF2-40B4-BE49-F238E27FC236}">
                <a16:creationId xmlns:a16="http://schemas.microsoft.com/office/drawing/2014/main" id="{BE3192F8-EA70-4C43-A70C-CC5AFDB864CA}"/>
              </a:ext>
            </a:extLst>
          </p:cNvPr>
          <p:cNvSpPr/>
          <p:nvPr/>
        </p:nvSpPr>
        <p:spPr>
          <a:xfrm>
            <a:off x="6300216" y="2615184"/>
            <a:ext cx="360807" cy="1965960"/>
          </a:xfrm>
          <a:prstGeom prst="leftBrace">
            <a:avLst/>
          </a:prstGeom>
          <a:ln w="28575">
            <a:solidFill>
              <a:srgbClr val="4584B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4FD9F-CF7A-4D4A-B8F4-F796B7E7837C}"/>
              </a:ext>
            </a:extLst>
          </p:cNvPr>
          <p:cNvSpPr txBox="1"/>
          <p:nvPr/>
        </p:nvSpPr>
        <p:spPr>
          <a:xfrm>
            <a:off x="3049571" y="3251404"/>
            <a:ext cx="60991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BE" altLang="nl-BE" sz="1800" b="0" kern="1200" dirty="0">
                <a:solidFill>
                  <a:srgbClr val="009900"/>
                </a:solidFill>
                <a:latin typeface="Consolas" panose="020B0609020204030204" pitchFamily="49" charset="0"/>
                <a:ea typeface="+mn-ea"/>
                <a:cs typeface="Courier New" panose="02070309020205020404" pitchFamily="49" charset="0"/>
              </a:rPr>
              <a:t>'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6730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741"/>
    </mc:Choice>
    <mc:Fallback xmlns="">
      <p:transition spd="slow" advTm="7974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72C146-9017-4D65-8E83-C81636DB6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706" y="365125"/>
            <a:ext cx="10225502" cy="920015"/>
          </a:xfrm>
        </p:spPr>
        <p:txBody>
          <a:bodyPr>
            <a:normAutofit/>
          </a:bodyPr>
          <a:lstStyle/>
          <a:p>
            <a:r>
              <a:rPr lang="nl-BE"/>
              <a:t>Check </a:t>
            </a:r>
            <a:r>
              <a:rPr lang="nl-BE" err="1"/>
              <a:t>for</a:t>
            </a:r>
            <a:r>
              <a:rPr lang="nl-BE"/>
              <a:t> </a:t>
            </a:r>
            <a:r>
              <a:rPr lang="nl-BE" err="1"/>
              <a:t>occurrence</a:t>
            </a:r>
            <a:r>
              <a:rPr lang="nl-BE"/>
              <a:t> in List or </a:t>
            </a:r>
            <a:r>
              <a:rPr lang="nl-BE" err="1"/>
              <a:t>Tuple</a:t>
            </a: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26FA2-3111-4F86-BDBC-AF64DEA52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14</a:t>
            </a:fld>
            <a:endParaRPr lang="nl-BE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5189104-458A-4CB8-A60F-8FAF39752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970" y="1969202"/>
            <a:ext cx="11202106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 = [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'Wonder'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Loving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Vincent'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'Red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Sparrow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Jumanji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new_film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Which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movie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would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like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? "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new_film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films:    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# PEP 8 -&gt; </a:t>
            </a: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new_film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  <a:t>films: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92D05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films.append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new_film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new_film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"has been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added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\</a:t>
            </a:r>
            <a:r>
              <a:rPr lang="nl-BE" altLang="nl-BE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n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contains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(films),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"films."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new_film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input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\</a:t>
            </a:r>
            <a:r>
              <a:rPr lang="nl-BE" altLang="nl-BE" b="1" dirty="0" err="1">
                <a:solidFill>
                  <a:srgbClr val="000080"/>
                </a:solidFill>
                <a:latin typeface="Consolas" panose="020B0609020204030204" pitchFamily="49" charset="0"/>
              </a:rPr>
              <a:t>n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Which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movie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would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like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to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? "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kumimoji="0" lang="nl-BE" altLang="nl-BE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when</a:t>
            </a:r>
            <a:r>
              <a:rPr kumimoji="0" lang="nl-BE" altLang="nl-BE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an</a:t>
            </a:r>
            <a:r>
              <a:rPr kumimoji="0" lang="nl-BE" altLang="nl-BE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existing</a:t>
            </a:r>
            <a:r>
              <a:rPr kumimoji="0" lang="nl-BE" altLang="nl-BE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movie is </a:t>
            </a:r>
            <a:r>
              <a:rPr kumimoji="0" lang="nl-BE" altLang="nl-BE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entered</a:t>
            </a:r>
            <a:r>
              <a:rPr kumimoji="0" lang="nl-BE" altLang="nl-BE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, we show </a:t>
            </a:r>
            <a:r>
              <a:rPr kumimoji="0" lang="nl-BE" altLang="nl-BE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the</a:t>
            </a:r>
            <a:r>
              <a:rPr kumimoji="0" lang="nl-BE" altLang="nl-BE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0" i="1" u="none" strike="noStrike" cap="none" normalizeH="0" baseline="0" dirty="0" err="1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overview</a:t>
            </a:r>
            <a:br>
              <a:rPr kumimoji="0" lang="nl-BE" altLang="nl-BE" b="0" i="1" u="none" strike="noStrike" cap="none" normalizeH="0" baseline="0" dirty="0">
                <a:ln>
                  <a:noFill/>
                </a:ln>
                <a:solidFill>
                  <a:srgbClr val="80808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film is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already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in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your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!"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Overview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collection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films: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(film)</a:t>
            </a:r>
            <a:endParaRPr kumimoji="0" lang="nl-BE" altLang="nl-B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35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78086"/>
    </mc:Choice>
    <mc:Fallback xmlns="">
      <p:transition spd="slow" advTm="178086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A1BDAD-85D8-4093-88D4-73B9E3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Methods for mutations of List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26A1E74-CF3E-45DB-8CB5-0677A108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15</a:t>
            </a:fld>
            <a:endParaRPr lang="nl-BE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777601E7-5A58-4007-966E-C058A682A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6972228"/>
              </p:ext>
            </p:extLst>
          </p:nvPr>
        </p:nvGraphicFramePr>
        <p:xfrm>
          <a:off x="538480" y="2093606"/>
          <a:ext cx="11335273" cy="427366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0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15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62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9477">
                <a:tc>
                  <a:txBody>
                    <a:bodyPr/>
                    <a:lstStyle/>
                    <a:p>
                      <a:r>
                        <a:rPr lang="nl-NL" sz="2000" b="1" err="1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1">
                          <a:solidFill>
                            <a:schemeClr val="tx1"/>
                          </a:solidFill>
                        </a:rPr>
                        <a:t>functionality</a:t>
                      </a:r>
                      <a:endParaRPr 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and result</a:t>
                      </a:r>
                      <a:endParaRPr 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306">
                <a:tc>
                  <a:txBody>
                    <a:bodyPr/>
                    <a:lstStyle/>
                    <a:p>
                      <a:r>
                        <a:rPr lang="nl-NL" sz="2000" b="0">
                          <a:solidFill>
                            <a:schemeClr val="tx1"/>
                          </a:solidFill>
                        </a:rPr>
                        <a:t>append</a:t>
                      </a:r>
                      <a:endParaRPr lang="en-US" sz="2000" b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0" dirty="0">
                          <a:solidFill>
                            <a:schemeClr val="tx1"/>
                          </a:solidFill>
                        </a:rPr>
                        <a:t>add an element at the </a:t>
                      </a:r>
                      <a:r>
                        <a:rPr lang="nl-NL" sz="2000" b="0" dirty="0">
                          <a:solidFill>
                            <a:srgbClr val="FF0000"/>
                          </a:solidFill>
                        </a:rPr>
                        <a:t>end of</a:t>
                      </a:r>
                      <a:r>
                        <a:rPr lang="nl-NL" sz="2000" b="0" dirty="0">
                          <a:solidFill>
                            <a:schemeClr val="tx1"/>
                          </a:solidFill>
                        </a:rPr>
                        <a:t> the list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films.append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('Loveless')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altLang="nl-BE" sz="18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nl-BE" altLang="nl-BE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'Wonder', 'Loving Vincent', 'Red Sparrow', 'Jumanji', 'Loveless</a:t>
                      </a:r>
                      <a:r>
                        <a:rPr lang="en-US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nl-BE" altLang="nl-BE" sz="18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]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112">
                <a:tc>
                  <a:txBody>
                    <a:bodyPr/>
                    <a:lstStyle/>
                    <a:p>
                      <a:r>
                        <a:rPr lang="nl-NL" sz="2000" b="0" err="1">
                          <a:solidFill>
                            <a:schemeClr val="tx1"/>
                          </a:solidFill>
                        </a:rPr>
                        <a:t>insert</a:t>
                      </a:r>
                      <a:endParaRPr lang="en-US" sz="2000" b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0" err="1">
                          <a:solidFill>
                            <a:schemeClr val="tx1"/>
                          </a:solidFill>
                        </a:rPr>
                        <a:t>add</a:t>
                      </a:r>
                      <a:r>
                        <a:rPr lang="nl-NL" sz="2000" b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2000" b="0" err="1">
                          <a:solidFill>
                            <a:schemeClr val="tx1"/>
                          </a:solidFill>
                        </a:rPr>
                        <a:t>an</a:t>
                      </a:r>
                      <a:r>
                        <a:rPr lang="nl-NL" sz="2000" b="0">
                          <a:solidFill>
                            <a:schemeClr val="tx1"/>
                          </a:solidFill>
                        </a:rPr>
                        <a:t> element at indicated position in </a:t>
                      </a:r>
                      <a:r>
                        <a:rPr lang="nl-NL" sz="2000" b="0" err="1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nl-NL" sz="2000" b="0">
                          <a:solidFill>
                            <a:schemeClr val="tx1"/>
                          </a:solidFill>
                        </a:rPr>
                        <a:t> list</a:t>
                      </a:r>
                    </a:p>
                    <a:p>
                      <a:r>
                        <a:rPr lang="nl-NL" sz="2000" b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(</a:t>
                      </a:r>
                      <a:r>
                        <a:rPr lang="nl-NL" sz="2000" b="0" baseline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add in</a:t>
                      </a:r>
                      <a:r>
                        <a:rPr lang="nl-NL" sz="2000" b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front</a:t>
                      </a:r>
                      <a:r>
                        <a:rPr lang="nl-NL" sz="2000" b="0" baseline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= position 0)</a:t>
                      </a:r>
                      <a:endParaRPr lang="en-US" sz="2000" b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films.insert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(2, 'Loveless')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altLang="nl-BE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nl-BE" altLang="nl-BE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'Wonder', 'Loving Vincent', 'Loveless', 'Red Sparrow', 'Jumanji'</a:t>
                      </a:r>
                      <a:r>
                        <a:rPr lang="nl-BE" altLang="nl-BE" sz="18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]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473692"/>
                  </a:ext>
                </a:extLst>
              </a:tr>
              <a:tr h="247897">
                <a:tc>
                  <a:txBody>
                    <a:bodyPr/>
                    <a:lstStyle/>
                    <a:p>
                      <a:r>
                        <a:rPr lang="nl-NL" sz="2000" b="0" dirty="0">
                          <a:solidFill>
                            <a:schemeClr val="tx1"/>
                          </a:solidFill>
                        </a:rPr>
                        <a:t>remove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0" baseline="0" dirty="0">
                          <a:solidFill>
                            <a:schemeClr val="tx1"/>
                          </a:solidFill>
                        </a:rPr>
                        <a:t>delete the</a:t>
                      </a:r>
                      <a:r>
                        <a:rPr lang="nl-NL" sz="2000" b="0" dirty="0">
                          <a:solidFill>
                            <a:srgbClr val="FF0000"/>
                          </a:solidFill>
                        </a:rPr>
                        <a:t> first</a:t>
                      </a:r>
                      <a:r>
                        <a:rPr lang="nl-NL" sz="2000" b="0" baseline="0" dirty="0">
                          <a:solidFill>
                            <a:schemeClr val="tx1"/>
                          </a:solidFill>
                        </a:rPr>
                        <a:t> element of the list with the specified value			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films.remove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('Wonder')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altLang="nl-BE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nl-BE" altLang="nl-BE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'Loving Vincent', 'Red Sparrow', 'Jumanji'</a:t>
                      </a:r>
                      <a:r>
                        <a:rPr lang="nl-BE" altLang="nl-BE" sz="18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]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endParaRPr lang="en-US" sz="1400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77">
                <a:tc>
                  <a:txBody>
                    <a:bodyPr/>
                    <a:lstStyle/>
                    <a:p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delete element at indicated position</a:t>
                      </a:r>
                      <a:r>
                        <a:rPr lang="nl-NL" sz="2000" b="0" baseline="0" dirty="0">
                          <a:solidFill>
                            <a:srgbClr val="446785"/>
                          </a:solidFill>
                        </a:rPr>
                        <a:t>*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films.pop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(0)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altLang="nl-BE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nl-BE" altLang="nl-BE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'Loving Vincent', 'Red Sparrow', 'Jumanji'</a:t>
                      </a:r>
                      <a:r>
                        <a:rPr lang="nl-BE" altLang="nl-BE" sz="18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]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492883"/>
                  </a:ext>
                </a:extLst>
              </a:tr>
            </a:tbl>
          </a:graphicData>
        </a:graphic>
      </p:graphicFrame>
      <p:sp>
        <p:nvSpPr>
          <p:cNvPr id="6" name="Rechthoek 5">
            <a:extLst>
              <a:ext uri="{FF2B5EF4-FFF2-40B4-BE49-F238E27FC236}">
                <a16:creationId xmlns:a16="http://schemas.microsoft.com/office/drawing/2014/main" id="{44D27589-D036-454D-9429-A8442796950D}"/>
              </a:ext>
            </a:extLst>
          </p:cNvPr>
          <p:cNvSpPr/>
          <p:nvPr/>
        </p:nvSpPr>
        <p:spPr>
          <a:xfrm>
            <a:off x="485775" y="1476375"/>
            <a:ext cx="10273665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films = </a:t>
            </a:r>
            <a:r>
              <a:rPr lang="nl-BE" altLang="nl-BE" sz="2000">
                <a:latin typeface="Consolas" panose="020B0609020204030204" pitchFamily="49" charset="0"/>
                <a:cs typeface="Courier New"/>
              </a:rPr>
              <a:t>[</a:t>
            </a:r>
            <a:r>
              <a:rPr lang="nl-BE" altLang="nl-BE" sz="2000">
                <a:solidFill>
                  <a:srgbClr val="009900"/>
                </a:solidFill>
                <a:latin typeface="Consolas" panose="020B0609020204030204" pitchFamily="49" charset="0"/>
                <a:cs typeface="Courier New"/>
              </a:rPr>
              <a:t>'Wonder', '</a:t>
            </a:r>
            <a:r>
              <a:rPr lang="nl-BE" altLang="nl-BE" sz="2000" err="1">
                <a:solidFill>
                  <a:srgbClr val="009900"/>
                </a:solidFill>
                <a:latin typeface="Consolas" panose="020B0609020204030204" pitchFamily="49" charset="0"/>
                <a:cs typeface="Courier New"/>
              </a:rPr>
              <a:t>Loving Vincent', 'Red Sparrow</a:t>
            </a:r>
            <a:r>
              <a:rPr lang="nl-BE" altLang="nl-BE" sz="2000">
                <a:solidFill>
                  <a:srgbClr val="009900"/>
                </a:solidFill>
                <a:latin typeface="Consolas" panose="020B0609020204030204" pitchFamily="49" charset="0"/>
                <a:cs typeface="Courier New"/>
              </a:rPr>
              <a:t>', '</a:t>
            </a:r>
            <a:r>
              <a:rPr lang="nl-BE" altLang="nl-BE" sz="2000" err="1">
                <a:solidFill>
                  <a:srgbClr val="009900"/>
                </a:solidFill>
                <a:latin typeface="Consolas" panose="020B0609020204030204" pitchFamily="49" charset="0"/>
                <a:cs typeface="Courier New"/>
              </a:rPr>
              <a:t>Jumanji</a:t>
            </a:r>
            <a:r>
              <a:rPr lang="nl-BE" altLang="nl-BE" sz="2000">
                <a:solidFill>
                  <a:srgbClr val="009900"/>
                </a:solidFill>
                <a:latin typeface="Consolas" panose="020B0609020204030204" pitchFamily="49" charset="0"/>
                <a:cs typeface="Courier New"/>
              </a:rPr>
              <a:t>'</a:t>
            </a:r>
            <a:r>
              <a:rPr lang="nl-BE" altLang="nl-BE" sz="2000">
                <a:latin typeface="Consolas" panose="020B0609020204030204" pitchFamily="49" charset="0"/>
                <a:cs typeface="Courier New"/>
              </a:rPr>
              <a:t>]</a:t>
            </a:r>
            <a:endParaRPr lang="nl-BE" sz="2000"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485AE5-93BA-4CBC-A8F6-E57DBB953C1C}"/>
              </a:ext>
            </a:extLst>
          </p:cNvPr>
          <p:cNvSpPr txBox="1"/>
          <p:nvPr/>
        </p:nvSpPr>
        <p:spPr>
          <a:xfrm>
            <a:off x="485774" y="6399727"/>
            <a:ext cx="89833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800" b="0" baseline="0" dirty="0">
                <a:solidFill>
                  <a:srgbClr val="446785"/>
                </a:solidFill>
              </a:rPr>
              <a:t>(*) </a:t>
            </a:r>
            <a:r>
              <a:rPr lang="nl-NL" sz="1800" b="0" baseline="0" dirty="0"/>
              <a:t>when no index position is included, the last element in the list is deleted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3742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2650"/>
    </mc:Choice>
    <mc:Fallback xmlns="">
      <p:transition spd="slow" advTm="16265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A1BDAD-85D8-4093-88D4-73B9E3502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Methods for mutations of List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26A1E74-CF3E-45DB-8CB5-0677A1089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16</a:t>
            </a:fld>
            <a:endParaRPr lang="nl-BE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777601E7-5A58-4007-966E-C058A682A5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039525"/>
              </p:ext>
            </p:extLst>
          </p:nvPr>
        </p:nvGraphicFramePr>
        <p:xfrm>
          <a:off x="377612" y="1503681"/>
          <a:ext cx="11682307" cy="48463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36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3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55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775">
                <a:tc>
                  <a:txBody>
                    <a:bodyPr/>
                    <a:lstStyle/>
                    <a:p>
                      <a:r>
                        <a:rPr lang="nl-NL" sz="2000" b="1" err="1">
                          <a:solidFill>
                            <a:schemeClr val="tx1"/>
                          </a:solidFill>
                        </a:rPr>
                        <a:t>method</a:t>
                      </a:r>
                      <a:endParaRPr 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1">
                          <a:solidFill>
                            <a:schemeClr val="tx1"/>
                          </a:solidFill>
                        </a:rPr>
                        <a:t>functionality</a:t>
                      </a:r>
                      <a:endParaRPr 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1">
                          <a:solidFill>
                            <a:schemeClr val="tx1"/>
                          </a:solidFill>
                        </a:rPr>
                        <a:t>example and result</a:t>
                      </a:r>
                      <a:endParaRPr lang="en-US" sz="2000" b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3311">
                <a:tc>
                  <a:txBody>
                    <a:bodyPr/>
                    <a:lstStyle/>
                    <a:p>
                      <a:r>
                        <a:rPr lang="nl-NL" sz="2000" b="0" err="1">
                          <a:solidFill>
                            <a:schemeClr val="tx1"/>
                          </a:solidFill>
                        </a:rPr>
                        <a:t>sort</a:t>
                      </a:r>
                      <a:endParaRPr lang="nl-NL" sz="2000" b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0" baseline="0">
                          <a:solidFill>
                            <a:schemeClr val="tx1"/>
                          </a:solidFill>
                        </a:rPr>
                        <a:t>order </a:t>
                      </a:r>
                      <a:r>
                        <a:rPr lang="nl-NL" sz="2000" b="0" baseline="0" err="1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nl-NL" sz="2000" b="0" baseline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nl-NL" sz="2000" b="0" baseline="0" err="1">
                          <a:solidFill>
                            <a:schemeClr val="tx1"/>
                          </a:solidFill>
                        </a:rPr>
                        <a:t>elements</a:t>
                      </a:r>
                      <a:r>
                        <a:rPr lang="nl-NL" sz="2000" b="0" baseline="0">
                          <a:solidFill>
                            <a:schemeClr val="tx1"/>
                          </a:solidFill>
                        </a:rPr>
                        <a:t> of </a:t>
                      </a:r>
                      <a:r>
                        <a:rPr lang="nl-NL" sz="2000" b="0" baseline="0" err="1">
                          <a:solidFill>
                            <a:schemeClr val="tx1"/>
                          </a:solidFill>
                        </a:rPr>
                        <a:t>the</a:t>
                      </a:r>
                      <a:r>
                        <a:rPr lang="nl-NL" sz="2000" b="0" baseline="0">
                          <a:solidFill>
                            <a:schemeClr val="tx1"/>
                          </a:solidFill>
                        </a:rPr>
                        <a:t> list</a:t>
                      </a:r>
                      <a:endParaRPr lang="en-US" sz="2000" b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films.sort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Jumanji', 'Loving Vincent', 'Red Sparrow</a:t>
                      </a:r>
                      <a:r>
                        <a:rPr lang="en-US" sz="1800" b="0" kern="120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', 'Wonder</a:t>
                      </a:r>
                      <a:r>
                        <a:rPr lang="en-US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53311">
                <a:tc>
                  <a:txBody>
                    <a:bodyPr/>
                    <a:lstStyle/>
                    <a:p>
                      <a:r>
                        <a:rPr lang="nl-NL" sz="2000" b="0" err="1">
                          <a:solidFill>
                            <a:schemeClr val="tx1"/>
                          </a:solidFill>
                          <a:latin typeface="+mn-lt"/>
                          <a:cs typeface="Courier New" pitchFamily="49" charset="0"/>
                        </a:rPr>
                        <a:t>extend</a:t>
                      </a:r>
                      <a:endParaRPr lang="nl-NL" sz="2000" b="0">
                        <a:solidFill>
                          <a:schemeClr val="tx1"/>
                        </a:solidFill>
                        <a:latin typeface="+mn-lt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err="1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add a second list at the end of</a:t>
                      </a:r>
                      <a:r>
                        <a:rPr lang="en-US" sz="2000" b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 the </a:t>
                      </a:r>
                      <a:r>
                        <a:rPr lang="en-US" sz="2000" b="0" err="1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first</a:t>
                      </a:r>
                      <a:endParaRPr lang="en-US" sz="2000" b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solidFill>
                            <a:schemeClr val="tx1"/>
                          </a:solidFill>
                          <a:latin typeface="+mn-lt"/>
                          <a:cs typeface="Courier New" pitchFamily="49" charset="0"/>
                        </a:rPr>
                        <a:t>films.extend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cs typeface="Courier New" pitchFamily="49" charset="0"/>
                        </a:rPr>
                        <a:t>([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'Loveless', 'it'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  <a:latin typeface="+mn-lt"/>
                          <a:cs typeface="Courier New" pitchFamily="49" charset="0"/>
                        </a:rPr>
                        <a:t>])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BE" altLang="nl-BE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nl-BE" altLang="nl-BE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</a:rPr>
                        <a:t>'Wonder', 'Loving Vincent', 'Red Sparrow', 'Jumanji', 'Loveless','it'</a:t>
                      </a:r>
                      <a:r>
                        <a:rPr lang="nl-BE" altLang="nl-BE" sz="18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</a:rPr>
                        <a:t>]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+mn-ea"/>
                        <a:cs typeface="Courier Ne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8350123"/>
                  </a:ext>
                </a:extLst>
              </a:tr>
              <a:tr h="1029988">
                <a:tc>
                  <a:txBody>
                    <a:bodyPr/>
                    <a:lstStyle/>
                    <a:p>
                      <a:r>
                        <a:rPr lang="nl-NL" sz="2000" b="0">
                          <a:solidFill>
                            <a:schemeClr val="tx1"/>
                          </a:solidFill>
                        </a:rPr>
                        <a:t>index</a:t>
                      </a:r>
                      <a:endParaRPr lang="en-US" sz="2000" b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000" b="0" baseline="0" dirty="0">
                          <a:solidFill>
                            <a:schemeClr val="tx1"/>
                          </a:solidFill>
                        </a:rPr>
                        <a:t>look up </a:t>
                      </a:r>
                      <a:r>
                        <a:rPr lang="nl-NL" sz="2000" b="0" dirty="0">
                          <a:solidFill>
                            <a:schemeClr val="tx1"/>
                          </a:solidFill>
                        </a:rPr>
                        <a:t>position</a:t>
                      </a:r>
                      <a:r>
                        <a:rPr lang="nl-NL" sz="2000" b="0" baseline="0" dirty="0">
                          <a:solidFill>
                            <a:schemeClr val="tx1"/>
                          </a:solidFill>
                        </a:rPr>
                        <a:t> where element appears for the</a:t>
                      </a:r>
                      <a:r>
                        <a:rPr lang="nl-NL" sz="2000" b="0" baseline="0" dirty="0">
                          <a:solidFill>
                            <a:srgbClr val="FF0000"/>
                          </a:solidFill>
                        </a:rPr>
                        <a:t> first</a:t>
                      </a:r>
                      <a:r>
                        <a:rPr lang="nl-NL" sz="2000" b="0" baseline="0" dirty="0">
                          <a:solidFill>
                            <a:schemeClr val="tx1"/>
                          </a:solidFill>
                        </a:rPr>
                        <a:t> time</a:t>
                      </a:r>
                      <a:endParaRPr lang="en-US" sz="2000" b="0" dirty="0">
                        <a:solidFill>
                          <a:srgbClr val="446785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films.index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('Wonder')        </a:t>
                      </a:r>
                      <a:r>
                        <a:rPr lang="en-US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</a:rPr>
                        <a:t>0</a:t>
                      </a:r>
                      <a:br>
                        <a:rPr lang="en-US" sz="20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films.index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('Ten')                </a:t>
                      </a:r>
                      <a:r>
                        <a:rPr lang="en-US" sz="1800" b="0" kern="1200" dirty="0" err="1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</a:rPr>
                        <a:t>ValueError</a:t>
                      </a:r>
                      <a:endParaRPr lang="en-US" sz="1800" b="0" kern="1200" dirty="0">
                        <a:solidFill>
                          <a:srgbClr val="009900"/>
                        </a:solidFill>
                        <a:latin typeface="Consolas" panose="020B0609020204030204" pitchFamily="49" charset="0"/>
                        <a:ea typeface="+mn-ea"/>
                        <a:cs typeface="Courier New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sz="2000" b="0" baseline="0" dirty="0">
                          <a:solidFill>
                            <a:schemeClr val="tx1"/>
                          </a:solidFill>
                        </a:rPr>
                        <a:t>Error message if no occurrences are found </a:t>
                      </a:r>
                      <a:r>
                        <a:rPr lang="nl-NL" sz="2000" b="0" baseline="0" dirty="0">
                          <a:solidFill>
                            <a:srgbClr val="446785"/>
                          </a:solidFill>
                        </a:rPr>
                        <a:t>(*)</a:t>
                      </a:r>
                      <a:endParaRPr lang="en-US" sz="20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4435006"/>
                  </a:ext>
                </a:extLst>
              </a:tr>
              <a:tr h="565054">
                <a:tc>
                  <a:txBody>
                    <a:bodyPr/>
                    <a:lstStyle/>
                    <a:p>
                      <a:r>
                        <a:rPr lang="nl-NL" sz="2000" b="0" dirty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0" dirty="0">
                          <a:solidFill>
                            <a:schemeClr val="tx1"/>
                          </a:solidFill>
                        </a:rPr>
                        <a:t>counts number of elements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dirty="0" err="1">
                          <a:solidFill>
                            <a:schemeClr val="tx1"/>
                          </a:solidFill>
                        </a:rPr>
                        <a:t>films.count</a:t>
                      </a:r>
                      <a:r>
                        <a:rPr lang="en-US" sz="2000" b="0" dirty="0">
                          <a:solidFill>
                            <a:schemeClr val="tx1"/>
                          </a:solidFill>
                        </a:rPr>
                        <a:t>('Wonder')       </a:t>
                      </a:r>
                      <a:r>
                        <a:rPr lang="en-US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3001202"/>
                  </a:ext>
                </a:extLst>
              </a:tr>
              <a:tr h="707295">
                <a:tc>
                  <a:txBody>
                    <a:bodyPr/>
                    <a:lstStyle/>
                    <a:p>
                      <a:r>
                        <a:rPr lang="nl-NL" sz="2000" b="0" dirty="0">
                          <a:solidFill>
                            <a:schemeClr val="tx1"/>
                          </a:solidFill>
                        </a:rPr>
                        <a:t>reverse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sz="2000" b="0" dirty="0">
                          <a:solidFill>
                            <a:schemeClr val="tx1"/>
                          </a:solidFill>
                        </a:rPr>
                        <a:t>reverse order of elements</a:t>
                      </a:r>
                      <a:endParaRPr lang="en-US" sz="2000" b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films.reverse</a:t>
                      </a: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[</a:t>
                      </a:r>
                      <a:r>
                        <a:rPr lang="en-US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'Jumanji', 'Red Sparrow', 'Loving Vincent', </a:t>
                      </a:r>
                      <a:r>
                        <a:rPr lang="nl-BE" altLang="nl-BE" sz="1800" b="0" kern="1200" dirty="0">
                          <a:solidFill>
                            <a:srgbClr val="009900"/>
                          </a:solidFill>
                          <a:latin typeface="Consolas" panose="020B0609020204030204" pitchFamily="49" charset="0"/>
                          <a:ea typeface="+mn-ea"/>
                          <a:cs typeface="Courier New" panose="02070309020205020404" pitchFamily="49" charset="0"/>
                        </a:rPr>
                        <a:t>'Wonder'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212045"/>
                  </a:ext>
                </a:extLst>
              </a:tr>
            </a:tbl>
          </a:graphicData>
        </a:graphic>
      </p:graphicFrame>
      <p:sp>
        <p:nvSpPr>
          <p:cNvPr id="3" name="Tekstvak 2"/>
          <p:cNvSpPr txBox="1"/>
          <p:nvPr/>
        </p:nvSpPr>
        <p:spPr>
          <a:xfrm>
            <a:off x="387195" y="6457890"/>
            <a:ext cx="11162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 dirty="0">
                <a:solidFill>
                  <a:srgbClr val="446785"/>
                </a:solidFill>
              </a:rPr>
              <a:t>(*) </a:t>
            </a:r>
            <a:r>
              <a:rPr lang="nl-BE" dirty="0"/>
              <a:t>To check whether an element appears in the list, it is better to use: 		if 'Ten' </a:t>
            </a:r>
            <a:r>
              <a:rPr lang="nl-BE" dirty="0">
                <a:solidFill>
                  <a:srgbClr val="FF0000"/>
                </a:solidFill>
              </a:rPr>
              <a:t>in</a:t>
            </a:r>
            <a:r>
              <a:rPr lang="nl-BE" dirty="0"/>
              <a:t> movies:</a:t>
            </a:r>
          </a:p>
        </p:txBody>
      </p:sp>
    </p:spTree>
    <p:extLst>
      <p:ext uri="{BB962C8B-B14F-4D97-AF65-F5344CB8AC3E}">
        <p14:creationId xmlns:p14="http://schemas.microsoft.com/office/powerpoint/2010/main" val="370688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644"/>
    </mc:Choice>
    <mc:Fallback xmlns="">
      <p:transition spd="slow" advTm="130644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957615B-DA09-4CA8-8B09-9385C0E2E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List mutation via </a:t>
            </a:r>
            <a:r>
              <a:rPr lang="nl-BE" err="1"/>
              <a:t>keyword</a:t>
            </a:r>
            <a:r>
              <a:rPr lang="nl-BE"/>
              <a:t> del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6A28DD3-3D29-4A81-9E4A-AEB75157E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3893173"/>
          </a:xfrm>
        </p:spPr>
        <p:txBody>
          <a:bodyPr/>
          <a:lstStyle/>
          <a:p>
            <a:r>
              <a:rPr lang="nl-BE" dirty="0">
                <a:solidFill>
                  <a:srgbClr val="4584B6"/>
                </a:solidFill>
                <a:cs typeface="Courier New" panose="02070309020205020404" pitchFamily="49" charset="0"/>
              </a:rPr>
              <a:t>del</a:t>
            </a:r>
            <a:r>
              <a:rPr lang="nl-BE" dirty="0"/>
              <a:t> is neither a function nor a method of a list but a reserved Python keyword</a:t>
            </a:r>
          </a:p>
          <a:p>
            <a:r>
              <a:rPr lang="nl-BE" dirty="0"/>
              <a:t>Via </a:t>
            </a:r>
            <a:r>
              <a:rPr lang="nl-BE" dirty="0">
                <a:solidFill>
                  <a:srgbClr val="4584B6"/>
                </a:solidFill>
                <a:cs typeface="Courier New" panose="02070309020205020404" pitchFamily="49" charset="0"/>
              </a:rPr>
              <a:t>del</a:t>
            </a:r>
            <a:r>
              <a:rPr lang="nl-BE" dirty="0"/>
              <a:t> you can remove an element or a series of elements from a list based on the index.</a:t>
            </a:r>
          </a:p>
          <a:p>
            <a:pPr lvl="1"/>
            <a:r>
              <a:rPr lang="nl-BE" dirty="0"/>
              <a:t>Exact position </a:t>
            </a:r>
          </a:p>
          <a:p>
            <a:pPr lvl="1"/>
            <a:r>
              <a:rPr lang="nl-BE" dirty="0"/>
              <a:t>From start position to end position (not included)</a:t>
            </a:r>
          </a:p>
          <a:p>
            <a:pPr marL="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8F2434-BF89-4E46-9714-649CF6EC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17</a:t>
            </a:fld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F0BD156-794F-4BA4-A584-1E309EFD0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673" y="4331491"/>
            <a:ext cx="8729663" cy="180022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93611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655"/>
    </mc:Choice>
    <mc:Fallback xmlns="">
      <p:transition spd="slow" advTm="64655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51744-B740-40F6-B982-2BC5D2F2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/>
              <a:t>Loop </a:t>
            </a:r>
            <a:r>
              <a:rPr lang="nl-BE" err="1"/>
              <a:t>through</a:t>
            </a:r>
            <a:r>
              <a:rPr lang="nl-BE"/>
              <a:t> a List or </a:t>
            </a:r>
            <a:r>
              <a:rPr lang="nl-BE" err="1"/>
              <a:t>Tuple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B9DD48D-17A4-4D57-A8B3-2AF705AF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417706" cy="4626069"/>
          </a:xfrm>
        </p:spPr>
        <p:txBody>
          <a:bodyPr/>
          <a:lstStyle/>
          <a:p>
            <a:r>
              <a:rPr lang="nl-BE"/>
              <a:t>To address all elements of a series one by one, for example to print them, you use </a:t>
            </a:r>
            <a:r>
              <a:rPr lang="nl-BE" err="1"/>
              <a:t>an</a:t>
            </a:r>
            <a:r>
              <a:rPr lang="nl-BE"/>
              <a:t> iteration.</a:t>
            </a:r>
          </a:p>
          <a:p>
            <a:r>
              <a:rPr lang="nl-BE"/>
              <a:t>2 possibilities: FOR and WHILE</a:t>
            </a:r>
            <a:br>
              <a:rPr lang="nl-BE"/>
            </a:br>
            <a:endParaRPr lang="nl-BE"/>
          </a:p>
          <a:p>
            <a:r>
              <a:rPr lang="nl-BE"/>
              <a:t>FOR</a:t>
            </a:r>
          </a:p>
          <a:p>
            <a:pPr lvl="1"/>
            <a:r>
              <a:rPr lang="nl-BE" err="1"/>
              <a:t>for</a:t>
            </a:r>
            <a:r>
              <a:rPr lang="nl-BE"/>
              <a:t> loop</a:t>
            </a:r>
          </a:p>
          <a:p>
            <a:pPr lvl="1"/>
            <a:r>
              <a:rPr lang="nl-BE" err="1"/>
              <a:t>for</a:t>
            </a:r>
            <a:r>
              <a:rPr lang="nl-BE"/>
              <a:t> loop </a:t>
            </a:r>
            <a:r>
              <a:rPr lang="nl-BE" err="1"/>
              <a:t>with</a:t>
            </a:r>
            <a:r>
              <a:rPr lang="nl-BE"/>
              <a:t> range</a:t>
            </a:r>
          </a:p>
          <a:p>
            <a:r>
              <a:rPr lang="nl-BE"/>
              <a:t>WHILE</a:t>
            </a:r>
          </a:p>
          <a:p>
            <a:pPr lvl="1"/>
            <a:r>
              <a:rPr lang="nl-BE" err="1"/>
              <a:t>while</a:t>
            </a:r>
            <a:r>
              <a:rPr lang="nl-BE"/>
              <a:t> structure using the index position</a:t>
            </a:r>
          </a:p>
          <a:p>
            <a:pPr lvl="1"/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4206CA-3EF7-43B0-BDF4-AA77C4F0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18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83447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06"/>
    </mc:Choice>
    <mc:Fallback xmlns="">
      <p:transition spd="slow" advTm="32806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51744-B740-40F6-B982-2BC5D2F2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/>
              <a:t>Loop </a:t>
            </a:r>
            <a:r>
              <a:rPr lang="nl-BE" err="1"/>
              <a:t>through</a:t>
            </a:r>
            <a:r>
              <a:rPr lang="nl-BE"/>
              <a:t> a </a:t>
            </a:r>
            <a:r>
              <a:rPr lang="nl-BE" err="1"/>
              <a:t>Tuple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B9DD48D-17A4-4D57-A8B3-2AF705AF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417706" cy="4626069"/>
          </a:xfrm>
        </p:spPr>
        <p:txBody>
          <a:bodyPr/>
          <a:lstStyle/>
          <a:p>
            <a:r>
              <a:rPr lang="nl-BE" err="1"/>
              <a:t>Example</a:t>
            </a:r>
            <a:r>
              <a:rPr lang="nl-BE"/>
              <a:t> of a </a:t>
            </a:r>
            <a:r>
              <a:rPr lang="nl-BE" err="1"/>
              <a:t>for</a:t>
            </a:r>
            <a:r>
              <a:rPr lang="nl-BE"/>
              <a:t> loop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4206CA-3EF7-43B0-BDF4-AA77C4F0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19</a:t>
            </a:fld>
            <a:endParaRPr lang="nl-BE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1AA620E8-5791-44CF-981A-80216869A0AF}"/>
              </a:ext>
            </a:extLst>
          </p:cNvPr>
          <p:cNvSpPr/>
          <p:nvPr/>
        </p:nvSpPr>
        <p:spPr>
          <a:xfrm>
            <a:off x="1373293" y="2592645"/>
            <a:ext cx="640080" cy="375920"/>
          </a:xfrm>
          <a:prstGeom prst="ellipse">
            <a:avLst/>
          </a:prstGeom>
          <a:noFill/>
          <a:ln w="38100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49BA7BB8-4993-4D60-9A0F-9859B6ADA644}"/>
              </a:ext>
            </a:extLst>
          </p:cNvPr>
          <p:cNvSpPr/>
          <p:nvPr/>
        </p:nvSpPr>
        <p:spPr>
          <a:xfrm>
            <a:off x="774130" y="3684716"/>
            <a:ext cx="7241277" cy="1276751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sz="2400">
                <a:solidFill>
                  <a:schemeClr val="tx1"/>
                </a:solidFill>
              </a:rPr>
              <a:t>Using the variable </a:t>
            </a:r>
            <a:r>
              <a:rPr lang="nl-BE" sz="2400" b="1">
                <a:solidFill>
                  <a:schemeClr val="tx1"/>
                </a:solidFill>
              </a:rPr>
              <a:t>day,</a:t>
            </a:r>
            <a:r>
              <a:rPr lang="nl-BE" sz="2400">
                <a:solidFill>
                  <a:schemeClr val="tx1"/>
                </a:solidFill>
              </a:rPr>
              <a:t> the </a:t>
            </a:r>
            <a:r>
              <a:rPr lang="nl-BE" sz="2400" err="1">
                <a:solidFill>
                  <a:schemeClr val="tx1"/>
                </a:solidFill>
              </a:rPr>
              <a:t>tuple</a:t>
            </a:r>
            <a:r>
              <a:rPr lang="nl-BE" sz="2400">
                <a:solidFill>
                  <a:schemeClr val="tx1"/>
                </a:solidFill>
              </a:rPr>
              <a:t> is run from index 0 up to and including index 6.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516A9AC-ADEB-4B66-B80E-94CDAAA70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798" y="2272773"/>
            <a:ext cx="8571666" cy="101566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BE" altLang="nl-BE" sz="2000" err="1">
                <a:solidFill>
                  <a:srgbClr val="000000"/>
                </a:solidFill>
                <a:latin typeface="Consolas" panose="020B0609020204030204" pitchFamily="49" charset="0"/>
              </a:rPr>
              <a:t>weekdays</a:t>
            </a:r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</a:rPr>
              <a:t> = (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'Mon'</a:t>
            </a:r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 b="1" err="1">
                <a:solidFill>
                  <a:srgbClr val="008080"/>
                </a:solidFill>
                <a:latin typeface="Consolas" panose="020B0609020204030204" pitchFamily="49" charset="0"/>
              </a:rPr>
              <a:t>Tue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'Wed'</a:t>
            </a:r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 b="1" err="1">
                <a:solidFill>
                  <a:srgbClr val="008080"/>
                </a:solidFill>
                <a:latin typeface="Consolas" panose="020B0609020204030204" pitchFamily="49" charset="0"/>
              </a:rPr>
              <a:t>Thu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 b="1" err="1">
                <a:solidFill>
                  <a:srgbClr val="008080"/>
                </a:solidFill>
                <a:latin typeface="Consolas" panose="020B0609020204030204" pitchFamily="49" charset="0"/>
              </a:rPr>
              <a:t>Fri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 b="1" err="1">
                <a:solidFill>
                  <a:srgbClr val="008080"/>
                </a:solidFill>
                <a:latin typeface="Consolas" panose="020B0609020204030204" pitchFamily="49" charset="0"/>
              </a:rPr>
              <a:t>Sat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nl-BE" altLang="nl-BE" sz="2000" b="1">
                <a:solidFill>
                  <a:srgbClr val="008080"/>
                </a:solidFill>
                <a:latin typeface="Consolas" panose="020B0609020204030204" pitchFamily="49" charset="0"/>
              </a:rPr>
              <a:t>'Sun'</a:t>
            </a:r>
            <a:r>
              <a:rPr lang="nl-BE" altLang="nl-BE" sz="200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nl-BE" altLang="nl-BE" sz="20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day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652C2F1-1E93-4E53-8DB1-FA30EE243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546" y="2920952"/>
            <a:ext cx="1524550" cy="22696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31350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689"/>
    </mc:Choice>
    <mc:Fallback xmlns="">
      <p:transition spd="slow" advTm="49689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51744-B740-40F6-B982-2BC5D2F2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/>
              <a:t>Loop </a:t>
            </a:r>
            <a:r>
              <a:rPr lang="nl-BE" err="1"/>
              <a:t>through</a:t>
            </a:r>
            <a:r>
              <a:rPr lang="nl-BE"/>
              <a:t> a </a:t>
            </a:r>
            <a:r>
              <a:rPr lang="nl-BE" err="1"/>
              <a:t>Tuple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B9DD48D-17A4-4D57-A8B3-2AF705AF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417706" cy="4626069"/>
          </a:xfrm>
        </p:spPr>
        <p:txBody>
          <a:bodyPr/>
          <a:lstStyle/>
          <a:p>
            <a:r>
              <a:rPr lang="nl-BE" err="1"/>
              <a:t>Example</a:t>
            </a:r>
            <a:r>
              <a:rPr lang="nl-BE"/>
              <a:t> of a </a:t>
            </a:r>
            <a:r>
              <a:rPr lang="nl-BE" err="1"/>
              <a:t>for</a:t>
            </a:r>
            <a:r>
              <a:rPr lang="nl-BE"/>
              <a:t> loop </a:t>
            </a:r>
            <a:r>
              <a:rPr lang="nl-BE" err="1"/>
              <a:t>with</a:t>
            </a:r>
            <a:r>
              <a:rPr lang="nl-BE"/>
              <a:t> range</a:t>
            </a:r>
          </a:p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4206CA-3EF7-43B0-BDF4-AA77C4F0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20</a:t>
            </a:fld>
            <a:endParaRPr lang="nl-BE"/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49BA7BB8-4993-4D60-9A0F-9859B6ADA644}"/>
              </a:ext>
            </a:extLst>
          </p:cNvPr>
          <p:cNvSpPr/>
          <p:nvPr/>
        </p:nvSpPr>
        <p:spPr>
          <a:xfrm>
            <a:off x="667512" y="3724903"/>
            <a:ext cx="9061704" cy="151460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BE" sz="2400">
                <a:solidFill>
                  <a:schemeClr val="tx1"/>
                </a:solidFill>
              </a:rPr>
              <a:t>Variable </a:t>
            </a:r>
            <a:r>
              <a:rPr lang="nl-BE" sz="2400" b="1">
                <a:solidFill>
                  <a:schemeClr val="tx1"/>
                </a:solidFill>
              </a:rPr>
              <a:t>i</a:t>
            </a:r>
            <a:r>
              <a:rPr lang="nl-BE" sz="2400">
                <a:solidFill>
                  <a:schemeClr val="tx1"/>
                </a:solidFill>
              </a:rPr>
              <a:t> loops </a:t>
            </a:r>
            <a:r>
              <a:rPr lang="nl-BE" sz="2400" err="1">
                <a:solidFill>
                  <a:schemeClr val="tx1"/>
                </a:solidFill>
              </a:rPr>
              <a:t>through</a:t>
            </a:r>
            <a:r>
              <a:rPr lang="nl-BE" sz="2400">
                <a:solidFill>
                  <a:schemeClr val="tx1"/>
                </a:solidFill>
              </a:rPr>
              <a:t> the range </a:t>
            </a:r>
            <a:r>
              <a:rPr lang="nl-BE" sz="2400" err="1">
                <a:solidFill>
                  <a:schemeClr val="tx1"/>
                </a:solidFill>
              </a:rPr>
              <a:t>from</a:t>
            </a:r>
            <a:r>
              <a:rPr lang="nl-BE" sz="2400">
                <a:solidFill>
                  <a:schemeClr val="tx1"/>
                </a:solidFill>
              </a:rPr>
              <a:t> 0 </a:t>
            </a:r>
            <a:r>
              <a:rPr lang="nl-BE" sz="2400" err="1">
                <a:solidFill>
                  <a:schemeClr val="tx1"/>
                </a:solidFill>
              </a:rPr>
              <a:t>to</a:t>
            </a:r>
            <a:r>
              <a:rPr lang="nl-BE" sz="2400">
                <a:solidFill>
                  <a:schemeClr val="tx1"/>
                </a:solidFill>
              </a:rPr>
              <a:t> </a:t>
            </a:r>
            <a:r>
              <a:rPr lang="nl-BE" sz="2400" b="1" err="1">
                <a:solidFill>
                  <a:schemeClr val="tx1"/>
                </a:solidFill>
              </a:rPr>
              <a:t>len</a:t>
            </a:r>
            <a:r>
              <a:rPr lang="nl-BE" sz="2400" b="1">
                <a:solidFill>
                  <a:schemeClr val="tx1"/>
                </a:solidFill>
              </a:rPr>
              <a:t> (</a:t>
            </a:r>
            <a:r>
              <a:rPr lang="nl-BE" sz="2400" b="1" err="1">
                <a:solidFill>
                  <a:schemeClr val="tx1"/>
                </a:solidFill>
              </a:rPr>
              <a:t>weekdays</a:t>
            </a:r>
            <a:r>
              <a:rPr lang="nl-BE" sz="2400" b="1">
                <a:solidFill>
                  <a:schemeClr val="tx1"/>
                </a:solidFill>
              </a:rPr>
              <a:t>).</a:t>
            </a:r>
            <a:br>
              <a:rPr lang="nl-BE" sz="2400">
                <a:solidFill>
                  <a:schemeClr val="tx1"/>
                </a:solidFill>
              </a:rPr>
            </a:br>
            <a:r>
              <a:rPr lang="nl-BE" sz="2400" b="1" err="1">
                <a:solidFill>
                  <a:schemeClr val="tx1"/>
                </a:solidFill>
              </a:rPr>
              <a:t>len</a:t>
            </a:r>
            <a:r>
              <a:rPr lang="nl-BE" sz="2400" b="1">
                <a:solidFill>
                  <a:schemeClr val="tx1"/>
                </a:solidFill>
              </a:rPr>
              <a:t> (weekdays)</a:t>
            </a:r>
            <a:r>
              <a:rPr lang="nl-BE" sz="2400">
                <a:solidFill>
                  <a:schemeClr val="tx1"/>
                </a:solidFill>
              </a:rPr>
              <a:t> is 7, </a:t>
            </a:r>
            <a:r>
              <a:rPr lang="nl-BE" sz="2400" err="1">
                <a:solidFill>
                  <a:schemeClr val="tx1"/>
                </a:solidFill>
              </a:rPr>
              <a:t>so</a:t>
            </a:r>
            <a:r>
              <a:rPr lang="nl-BE" sz="2400">
                <a:solidFill>
                  <a:schemeClr val="tx1"/>
                </a:solidFill>
              </a:rPr>
              <a:t> index positions from 0 to 6 will be printed!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1F4BE49-88FD-4BAF-B01A-DDFC56C1A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203" y="2729112"/>
            <a:ext cx="1524550" cy="22696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A3898AA7-B02B-466E-AA2B-75E445473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528" y="2130067"/>
            <a:ext cx="8648521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'Mon'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'Wed'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Thu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Fri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Sat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'Sun'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[i])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91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378"/>
    </mc:Choice>
    <mc:Fallback xmlns="">
      <p:transition spd="slow" advTm="3237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1051744-B740-40F6-B982-2BC5D2F2C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BE"/>
              <a:t>Loop </a:t>
            </a:r>
            <a:r>
              <a:rPr lang="nl-BE" err="1"/>
              <a:t>through</a:t>
            </a:r>
            <a:r>
              <a:rPr lang="nl-BE"/>
              <a:t> a </a:t>
            </a:r>
            <a:r>
              <a:rPr lang="nl-BE" err="1"/>
              <a:t>Tuple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B9DD48D-17A4-4D57-A8B3-2AF705AF5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417706" cy="4626069"/>
          </a:xfrm>
        </p:spPr>
        <p:txBody>
          <a:bodyPr/>
          <a:lstStyle/>
          <a:p>
            <a:r>
              <a:rPr lang="nl-BE" err="1"/>
              <a:t>Example</a:t>
            </a:r>
            <a:r>
              <a:rPr lang="nl-BE"/>
              <a:t> of a </a:t>
            </a:r>
            <a:r>
              <a:rPr lang="nl-BE" err="1"/>
              <a:t>while</a:t>
            </a:r>
            <a:r>
              <a:rPr lang="nl-BE"/>
              <a:t> loop (always uses the index)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84206CA-3EF7-43B0-BDF4-AA77C4F06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21</a:t>
            </a:fld>
            <a:endParaRPr lang="nl-BE"/>
          </a:p>
        </p:txBody>
      </p:sp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49BA7BB8-4993-4D60-9A0F-9859B6ADA644}"/>
              </a:ext>
            </a:extLst>
          </p:cNvPr>
          <p:cNvSpPr/>
          <p:nvPr/>
        </p:nvSpPr>
        <p:spPr>
          <a:xfrm>
            <a:off x="582705" y="4331826"/>
            <a:ext cx="8791886" cy="1826333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endParaRPr lang="nl-BE">
              <a:solidFill>
                <a:schemeClr val="tx1"/>
              </a:solidFill>
            </a:endParaRPr>
          </a:p>
          <a:p>
            <a:pPr lvl="1"/>
            <a:r>
              <a:rPr lang="nl-BE" sz="2400">
                <a:solidFill>
                  <a:schemeClr val="tx1"/>
                </a:solidFill>
              </a:rPr>
              <a:t>Variable </a:t>
            </a:r>
            <a:r>
              <a:rPr lang="nl-BE" sz="2400" b="1">
                <a:solidFill>
                  <a:schemeClr val="tx1"/>
                </a:solidFill>
              </a:rPr>
              <a:t>index</a:t>
            </a:r>
            <a:r>
              <a:rPr lang="nl-BE" sz="2400">
                <a:solidFill>
                  <a:schemeClr val="tx1"/>
                </a:solidFill>
              </a:rPr>
              <a:t> starts at 0. </a:t>
            </a:r>
            <a:br>
              <a:rPr lang="nl-BE" sz="2400">
                <a:solidFill>
                  <a:schemeClr val="tx1"/>
                </a:solidFill>
              </a:rPr>
            </a:br>
            <a:r>
              <a:rPr lang="nl-BE" sz="2400">
                <a:solidFill>
                  <a:schemeClr val="tx1"/>
                </a:solidFill>
              </a:rPr>
              <a:t>The number of elements in the series is </a:t>
            </a:r>
            <a:r>
              <a:rPr lang="nl-BE" sz="2400" b="1" err="1">
                <a:solidFill>
                  <a:schemeClr val="tx1"/>
                </a:solidFill>
              </a:rPr>
              <a:t>len</a:t>
            </a:r>
            <a:r>
              <a:rPr lang="nl-BE" sz="2400" b="1">
                <a:solidFill>
                  <a:schemeClr val="tx1"/>
                </a:solidFill>
              </a:rPr>
              <a:t>(weekdays)</a:t>
            </a:r>
            <a:r>
              <a:rPr lang="nl-BE" sz="2400">
                <a:solidFill>
                  <a:schemeClr val="tx1"/>
                </a:solidFill>
              </a:rPr>
              <a:t> or 7. </a:t>
            </a:r>
          </a:p>
          <a:p>
            <a:pPr lvl="1"/>
            <a:r>
              <a:rPr lang="nl-BE" sz="2400">
                <a:solidFill>
                  <a:schemeClr val="tx1"/>
                </a:solidFill>
              </a:rPr>
              <a:t>The loop is executed as long as the variable index is less than 7.</a:t>
            </a:r>
            <a:br>
              <a:rPr lang="nl-BE" sz="2400">
                <a:solidFill>
                  <a:schemeClr val="tx1"/>
                </a:solidFill>
              </a:rPr>
            </a:br>
            <a:r>
              <a:rPr lang="nl-BE" sz="2400">
                <a:solidFill>
                  <a:schemeClr val="tx1"/>
                </a:solidFill>
              </a:rPr>
              <a:t>So index positions from 0 to 6 will be printed!</a:t>
            </a:r>
          </a:p>
          <a:p>
            <a:pPr lvl="1"/>
            <a:endParaRPr lang="nl-BE">
              <a:solidFill>
                <a:schemeClr val="tx1"/>
              </a:solidFill>
            </a:endParaRP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44DF51EC-6B83-4DAA-83DA-078C76092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203" y="2729112"/>
            <a:ext cx="1524550" cy="226963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01523BEF-5EB7-4BC0-BF7C-BB00DB995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24" y="2125752"/>
            <a:ext cx="8648521" cy="163121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'Mon'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'Wed'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Thu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Fri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Sat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'Sun'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 &lt;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weekdays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[index])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index +=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797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107"/>
    </mc:Choice>
    <mc:Fallback xmlns="">
      <p:transition spd="slow" advTm="3810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C0AEF4-B08D-4006-A1E4-F84D21FE878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nl-BE"/>
              <a:t>Loop </a:t>
            </a:r>
            <a:r>
              <a:rPr lang="nl-BE" err="1"/>
              <a:t>through</a:t>
            </a:r>
            <a:r>
              <a:rPr lang="nl-BE"/>
              <a:t> a List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663FF2-6BD4-4104-874B-4D82D353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473" y="1508130"/>
            <a:ext cx="11291048" cy="4626069"/>
          </a:xfrm>
        </p:spPr>
        <p:txBody>
          <a:bodyPr/>
          <a:lstStyle/>
          <a:p>
            <a:r>
              <a:rPr lang="nl-BE"/>
              <a:t>A List can also </a:t>
            </a:r>
            <a:r>
              <a:rPr lang="nl-BE" err="1"/>
              <a:t>be</a:t>
            </a:r>
            <a:r>
              <a:rPr lang="nl-BE"/>
              <a:t> </a:t>
            </a:r>
            <a:r>
              <a:rPr lang="nl-BE" err="1"/>
              <a:t>looped</a:t>
            </a:r>
            <a:r>
              <a:rPr lang="nl-BE"/>
              <a:t> through with a </a:t>
            </a:r>
            <a:r>
              <a:rPr lang="nl-BE" err="1"/>
              <a:t>for</a:t>
            </a:r>
            <a:r>
              <a:rPr lang="nl-BE"/>
              <a:t> or a </a:t>
            </a:r>
            <a:r>
              <a:rPr lang="nl-BE" err="1"/>
              <a:t>while</a:t>
            </a:r>
            <a:r>
              <a:rPr lang="nl-BE"/>
              <a:t> loop.</a:t>
            </a:r>
          </a:p>
          <a:p>
            <a:r>
              <a:rPr lang="nl-BE"/>
              <a:t>Examples if </a:t>
            </a:r>
            <a:r>
              <a:rPr lang="nl-BE">
                <a:solidFill>
                  <a:srgbClr val="446785"/>
                </a:solidFill>
              </a:rPr>
              <a:t>you do NOT make any changes </a:t>
            </a:r>
            <a:r>
              <a:rPr lang="nl-BE"/>
              <a:t>to the List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0CBA3B-E20A-489C-8C8D-F4755941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22</a:t>
            </a:fld>
            <a:endParaRPr lang="nl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D5F4E0D4-15EB-45BD-B782-555D49449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940" y="3463921"/>
            <a:ext cx="2357438" cy="14287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F7654C79-CC3B-495E-A77A-B19BB340A5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708" y="2656324"/>
            <a:ext cx="8930650" cy="34778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 = [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'Wonder'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Loving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Vincent'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'Red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Sparrow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Jumanji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(films)):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(films[i])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 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 &lt;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(films):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(films[index])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index +=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6779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22"/>
    </mc:Choice>
    <mc:Fallback xmlns="">
      <p:transition spd="slow" advTm="29922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C0AEF4-B08D-4006-A1E4-F84D21FE8782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nl-BE"/>
              <a:t>Loop </a:t>
            </a:r>
            <a:r>
              <a:rPr lang="nl-BE" err="1"/>
              <a:t>through</a:t>
            </a:r>
            <a:r>
              <a:rPr lang="nl-BE"/>
              <a:t> a List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4663FF2-6BD4-4104-874B-4D82D3537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473" y="1508130"/>
            <a:ext cx="11291048" cy="4626069"/>
          </a:xfrm>
        </p:spPr>
        <p:txBody>
          <a:bodyPr/>
          <a:lstStyle/>
          <a:p>
            <a:r>
              <a:rPr lang="nl-BE" dirty="0" err="1"/>
              <a:t>If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want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iterate</a:t>
            </a:r>
            <a:r>
              <a:rPr lang="nl-BE" dirty="0"/>
              <a:t> </a:t>
            </a:r>
            <a:r>
              <a:rPr lang="nl-BE" dirty="0" err="1"/>
              <a:t>through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List </a:t>
            </a:r>
            <a:r>
              <a:rPr lang="nl-BE" dirty="0" err="1"/>
              <a:t>to</a:t>
            </a:r>
            <a:r>
              <a:rPr lang="nl-BE" dirty="0"/>
              <a:t> make </a:t>
            </a:r>
            <a:r>
              <a:rPr lang="nl-BE" dirty="0">
                <a:solidFill>
                  <a:srgbClr val="4584B6"/>
                </a:solidFill>
              </a:rPr>
              <a:t>changes</a:t>
            </a:r>
            <a:r>
              <a:rPr lang="nl-BE" dirty="0"/>
              <a:t> </a:t>
            </a:r>
            <a:r>
              <a:rPr lang="nl-BE" dirty="0" err="1"/>
              <a:t>you</a:t>
            </a:r>
            <a:r>
              <a:rPr lang="nl-BE" dirty="0"/>
              <a:t> </a:t>
            </a:r>
            <a:r>
              <a:rPr lang="nl-BE" dirty="0" err="1"/>
              <a:t>can</a:t>
            </a:r>
            <a:r>
              <a:rPr lang="nl-BE" dirty="0"/>
              <a:t> </a:t>
            </a:r>
            <a:r>
              <a:rPr lang="nl-BE" dirty="0">
                <a:solidFill>
                  <a:srgbClr val="FF0000"/>
                </a:solidFill>
              </a:rPr>
              <a:t>NOT </a:t>
            </a:r>
            <a:r>
              <a:rPr lang="nl-BE" dirty="0" err="1">
                <a:solidFill>
                  <a:srgbClr val="FF0000"/>
                </a:solidFill>
              </a:rPr>
              <a:t>use</a:t>
            </a:r>
            <a:r>
              <a:rPr lang="nl-BE" dirty="0">
                <a:solidFill>
                  <a:srgbClr val="FF0000"/>
                </a:solidFill>
              </a:rPr>
              <a:t> a </a:t>
            </a:r>
            <a:r>
              <a:rPr lang="nl-BE" dirty="0" err="1">
                <a:solidFill>
                  <a:srgbClr val="FF0000"/>
                </a:solidFill>
              </a:rPr>
              <a:t>simple</a:t>
            </a:r>
            <a:r>
              <a:rPr lang="nl-BE" dirty="0">
                <a:solidFill>
                  <a:srgbClr val="FF0000"/>
                </a:solidFill>
              </a:rPr>
              <a:t> </a:t>
            </a:r>
            <a:r>
              <a:rPr lang="nl-BE" dirty="0" err="1">
                <a:solidFill>
                  <a:srgbClr val="FF0000"/>
                </a:solidFill>
              </a:rPr>
              <a:t>for</a:t>
            </a:r>
            <a:r>
              <a:rPr lang="nl-BE">
                <a:solidFill>
                  <a:srgbClr val="FF0000"/>
                </a:solidFill>
              </a:rPr>
              <a:t> </a:t>
            </a:r>
            <a:r>
              <a:rPr lang="nl-BE"/>
              <a:t>loop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2B0CBA3B-E20A-489C-8C8D-F4755941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23</a:t>
            </a:fld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C13DBF55-AE6B-4910-8131-6A0C0B14FB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015" y="3821164"/>
            <a:ext cx="5553075" cy="8191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DF493442-B3D6-4A4A-934A-81279DDE2F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656" y="2563562"/>
            <a:ext cx="8930650" cy="378565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 = [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'Wonder'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Loving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Vincent'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'Red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Sparrow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Jumanji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Before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films)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(films)):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films[i] = films[i].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upper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:'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films)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 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index &lt;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(films):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films[index] = 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'Film '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nl-BE" altLang="nl-BE" sz="2000" b="0" i="0" u="none" strike="noStrike" cap="none" normalizeH="0" baseline="0" dirty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(index +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index += 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b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dirty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kumimoji="0" lang="nl-BE" altLang="nl-BE" sz="2000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loop:'</a:t>
            </a:r>
            <a:r>
              <a:rPr kumimoji="0" lang="nl-BE" altLang="nl-BE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films)</a:t>
            </a:r>
            <a:endParaRPr kumimoji="0" lang="nl-BE" altLang="nl-BE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803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54388"/>
    </mc:Choice>
    <mc:Fallback xmlns="">
      <p:transition spd="slow" advTm="154388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F13825-B5B3-44E9-BC59-BA7E1F5221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Initialise</a:t>
            </a:r>
            <a:r>
              <a:rPr lang="nl-BE"/>
              <a:t> a List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3A3CB80-F2C4-4346-91F6-B60B5762E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nl-BE"/>
              <a:t>New empty list:</a:t>
            </a:r>
          </a:p>
          <a:p>
            <a:pPr lvl="1"/>
            <a:r>
              <a:rPr lang="nl-BE" err="1"/>
              <a:t>new_list</a:t>
            </a:r>
            <a:r>
              <a:rPr lang="nl-BE"/>
              <a:t> = []</a:t>
            </a:r>
          </a:p>
          <a:p>
            <a:pPr lvl="1"/>
            <a:r>
              <a:rPr lang="nl-BE" err="1"/>
              <a:t>You</a:t>
            </a:r>
            <a:r>
              <a:rPr lang="nl-BE"/>
              <a:t> </a:t>
            </a:r>
            <a:r>
              <a:rPr lang="nl-BE" err="1"/>
              <a:t>can</a:t>
            </a:r>
            <a:r>
              <a:rPr lang="nl-BE"/>
              <a:t> </a:t>
            </a:r>
            <a:r>
              <a:rPr lang="nl-BE" err="1"/>
              <a:t>fill</a:t>
            </a:r>
            <a:r>
              <a:rPr lang="nl-BE"/>
              <a:t> </a:t>
            </a:r>
            <a:r>
              <a:rPr lang="nl-BE" err="1"/>
              <a:t>this</a:t>
            </a:r>
            <a:r>
              <a:rPr lang="nl-BE"/>
              <a:t> list: </a:t>
            </a:r>
          </a:p>
          <a:p>
            <a:pPr lvl="2"/>
            <a:r>
              <a:rPr lang="nl-BE"/>
              <a:t>via a loop (</a:t>
            </a:r>
            <a:r>
              <a:rPr lang="nl-BE" err="1"/>
              <a:t>eventually</a:t>
            </a:r>
            <a:r>
              <a:rPr lang="nl-BE"/>
              <a:t> </a:t>
            </a:r>
            <a:r>
              <a:rPr lang="nl-BE" err="1"/>
              <a:t>using</a:t>
            </a:r>
            <a:r>
              <a:rPr lang="nl-BE"/>
              <a:t> </a:t>
            </a:r>
            <a:r>
              <a:rPr lang="nl-BE" err="1"/>
              <a:t>an</a:t>
            </a:r>
            <a:r>
              <a:rPr lang="nl-BE"/>
              <a:t> input statement)</a:t>
            </a:r>
          </a:p>
          <a:p>
            <a:pPr lvl="2"/>
            <a:r>
              <a:rPr lang="nl-BE" err="1"/>
              <a:t>with</a:t>
            </a:r>
            <a:r>
              <a:rPr lang="nl-BE"/>
              <a:t> append or </a:t>
            </a:r>
            <a:r>
              <a:rPr lang="nl-BE" err="1"/>
              <a:t>insert</a:t>
            </a:r>
            <a:endParaRPr lang="nl-BE"/>
          </a:p>
          <a:p>
            <a:r>
              <a:rPr lang="nl-BE"/>
              <a:t>Make a list </a:t>
            </a:r>
            <a:r>
              <a:rPr lang="nl-BE" err="1"/>
              <a:t>based</a:t>
            </a:r>
            <a:r>
              <a:rPr lang="nl-BE"/>
              <a:t> on </a:t>
            </a:r>
            <a:r>
              <a:rPr lang="nl-BE" err="1"/>
              <a:t>another</a:t>
            </a:r>
            <a:r>
              <a:rPr lang="nl-BE"/>
              <a:t> </a:t>
            </a:r>
            <a:r>
              <a:rPr lang="nl-BE" err="1"/>
              <a:t>existing</a:t>
            </a:r>
            <a:r>
              <a:rPr lang="nl-BE"/>
              <a:t> list:</a:t>
            </a:r>
          </a:p>
          <a:p>
            <a:pPr lvl="1"/>
            <a:endParaRPr lang="nl-BE" sz="2200" b="1">
              <a:latin typeface="Courier New" panose="02070309020205020404" pitchFamily="49" charset="0"/>
              <a:ea typeface="Verdana" panose="020B0604030504040204" pitchFamily="34" charset="0"/>
              <a:cs typeface="Courier New" panose="02070309020205020404" pitchFamily="49" charset="0"/>
            </a:endParaRPr>
          </a:p>
          <a:p>
            <a:endParaRPr lang="nl-BE"/>
          </a:p>
          <a:p>
            <a:endParaRPr lang="nl-BE"/>
          </a:p>
          <a:p>
            <a:endParaRPr lang="nl-BE"/>
          </a:p>
          <a:p>
            <a:r>
              <a:rPr lang="nl-BE" err="1"/>
              <a:t>Remark</a:t>
            </a:r>
            <a:r>
              <a:rPr lang="nl-BE"/>
              <a:t>: a </a:t>
            </a:r>
            <a:r>
              <a:rPr lang="nl-BE" err="1"/>
              <a:t>Tuple</a:t>
            </a:r>
            <a:r>
              <a:rPr lang="nl-BE"/>
              <a:t> is </a:t>
            </a:r>
            <a:r>
              <a:rPr lang="nl-BE" err="1"/>
              <a:t>immutable</a:t>
            </a:r>
            <a:r>
              <a:rPr lang="nl-BE"/>
              <a:t> </a:t>
            </a:r>
            <a:r>
              <a:rPr lang="nl-BE" err="1"/>
              <a:t>so</a:t>
            </a:r>
            <a:r>
              <a:rPr lang="nl-BE"/>
              <a:t> </a:t>
            </a:r>
            <a:r>
              <a:rPr lang="nl-BE" err="1"/>
              <a:t>it</a:t>
            </a:r>
            <a:r>
              <a:rPr lang="nl-BE"/>
              <a:t> </a:t>
            </a:r>
            <a:r>
              <a:rPr lang="nl-BE" err="1"/>
              <a:t>makes</a:t>
            </a:r>
            <a:r>
              <a:rPr lang="nl-BE"/>
              <a:t> no sense </a:t>
            </a:r>
            <a:r>
              <a:rPr lang="nl-BE" err="1"/>
              <a:t>to</a:t>
            </a:r>
            <a:r>
              <a:rPr lang="nl-BE"/>
              <a:t> start </a:t>
            </a:r>
            <a:r>
              <a:rPr lang="nl-BE" err="1"/>
              <a:t>with</a:t>
            </a:r>
            <a:r>
              <a:rPr lang="nl-BE"/>
              <a:t> </a:t>
            </a:r>
            <a:r>
              <a:rPr lang="nl-BE" err="1"/>
              <a:t>an</a:t>
            </a:r>
            <a:r>
              <a:rPr lang="nl-BE"/>
              <a:t> empty </a:t>
            </a:r>
            <a:r>
              <a:rPr lang="nl-BE" err="1"/>
              <a:t>Tuple</a:t>
            </a: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65E6D2D-876B-42F6-B6D8-6CB40AF5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24</a:t>
            </a:fld>
            <a:endParaRPr lang="nl-BE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BF99E671-91F0-43B1-BF05-3CFBE4DF2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4029" y="4822840"/>
            <a:ext cx="8912448" cy="5570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C5181E6A-2D48-4952-AA41-F68AA5339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587" y="3950686"/>
            <a:ext cx="8930650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 = [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'Wonder'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Loving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Vincent'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'Red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Sparrow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Jumanji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films2 = [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'IT'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Once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upon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 a time'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*films[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:-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'Bad 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Cop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709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595"/>
    </mc:Choice>
    <mc:Fallback xmlns="">
      <p:transition spd="slow" advTm="85595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sz="4000"/>
              <a:t>Functions max, min and </a:t>
            </a:r>
            <a:r>
              <a:rPr lang="nl-BE" sz="4000" err="1"/>
              <a:t>sum</a:t>
            </a:r>
            <a:r>
              <a:rPr lang="nl-BE" sz="2800"/>
              <a:t> (List and </a:t>
            </a:r>
            <a:r>
              <a:rPr lang="nl-BE" sz="2800" err="1"/>
              <a:t>Tuple</a:t>
            </a:r>
            <a:r>
              <a:rPr lang="nl-BE" sz="2800"/>
              <a:t>)</a:t>
            </a:r>
            <a:endParaRPr lang="nl-BE" sz="320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/>
              <a:t>You can use the max() and min() functions to determine the maximum and minimum respectively of a sequence consisting of numbers. </a:t>
            </a:r>
          </a:p>
          <a:p>
            <a:r>
              <a:rPr lang="nl-NL"/>
              <a:t>You </a:t>
            </a:r>
            <a:r>
              <a:rPr lang="nl-NL" err="1"/>
              <a:t>can</a:t>
            </a:r>
            <a:r>
              <a:rPr lang="nl-NL"/>
              <a:t> </a:t>
            </a:r>
            <a:r>
              <a:rPr lang="nl-NL" err="1"/>
              <a:t>summerize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elements of a </a:t>
            </a:r>
            <a:r>
              <a:rPr lang="nl-NL" err="1"/>
              <a:t>sequence</a:t>
            </a:r>
            <a:r>
              <a:rPr lang="nl-NL"/>
              <a:t> of numeric elements using the </a:t>
            </a:r>
            <a:r>
              <a:rPr lang="nl-NL" err="1"/>
              <a:t>sum</a:t>
            </a:r>
            <a:r>
              <a:rPr lang="nl-NL"/>
              <a:t>() function.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25</a:t>
            </a:fld>
            <a:endParaRPr lang="nl-BE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86968" y="3725429"/>
            <a:ext cx="5121915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r1 = (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327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419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101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667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925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225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)</a:t>
            </a:r>
            <a:b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max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(r1))</a:t>
            </a:r>
            <a:b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(r1))</a:t>
            </a:r>
            <a:b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(r1))</a:t>
            </a:r>
            <a:b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b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r2 = [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12.1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7.5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9.9, 11.4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, 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12.6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]</a:t>
            </a:r>
            <a:b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max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(r2))</a:t>
            </a:r>
            <a:b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min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(r2))</a:t>
            </a:r>
            <a:b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print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</a:t>
            </a:r>
            <a:r>
              <a:rPr kumimoji="0" lang="nl-BE" altLang="nl-BE" sz="200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sum</a:t>
            </a:r>
            <a:r>
              <a:rPr kumimoji="0" lang="nl-BE" altLang="nl-BE" sz="200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  <a:cs typeface="Courier New" panose="02070309020205020404" pitchFamily="49" charset="0"/>
              </a:rPr>
              <a:t>(r2))</a:t>
            </a:r>
            <a:endParaRPr kumimoji="0" lang="nl-BE" altLang="nl-BE" sz="44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Afbeelding 5"/>
          <p:cNvPicPr>
            <a:picLocks noChangeAspect="1"/>
          </p:cNvPicPr>
          <p:nvPr/>
        </p:nvPicPr>
        <p:blipFill rotWithShape="1">
          <a:blip r:embed="rId2"/>
          <a:srcRect t="47620"/>
          <a:stretch/>
        </p:blipFill>
        <p:spPr>
          <a:xfrm>
            <a:off x="6673506" y="5333136"/>
            <a:ext cx="1068705" cy="10061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Afbeelding 6"/>
          <p:cNvPicPr>
            <a:picLocks noChangeAspect="1"/>
          </p:cNvPicPr>
          <p:nvPr/>
        </p:nvPicPr>
        <p:blipFill rotWithShape="1">
          <a:blip r:embed="rId2"/>
          <a:srcRect b="51628"/>
          <a:stretch/>
        </p:blipFill>
        <p:spPr>
          <a:xfrm>
            <a:off x="6673506" y="3863928"/>
            <a:ext cx="1068705" cy="9291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87261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265"/>
    </mc:Choice>
    <mc:Fallback xmlns="">
      <p:transition spd="slow" advTm="45265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DE493-E0D2-42A6-B4CE-CC254A6DE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Operators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2507791-824A-4F79-B06D-060B99F51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BE"/>
              <a:t>+ and *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8B668A4-5EDA-435A-BD82-ECFEC9E13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26</a:t>
            </a:fld>
            <a:endParaRPr lang="nl-BE"/>
          </a:p>
        </p:txBody>
      </p:sp>
      <p:sp>
        <p:nvSpPr>
          <p:cNvPr id="6" name="Rechthoek: afgeronde hoeken 5">
            <a:extLst>
              <a:ext uri="{FF2B5EF4-FFF2-40B4-BE49-F238E27FC236}">
                <a16:creationId xmlns:a16="http://schemas.microsoft.com/office/drawing/2014/main" id="{44FAD48B-1EBF-4DBE-BB9C-48D066CA338A}"/>
              </a:ext>
            </a:extLst>
          </p:cNvPr>
          <p:cNvSpPr/>
          <p:nvPr/>
        </p:nvSpPr>
        <p:spPr>
          <a:xfrm>
            <a:off x="8401050" y="2972336"/>
            <a:ext cx="3682478" cy="1310766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NL" sz="2000">
                <a:solidFill>
                  <a:schemeClr val="tx1"/>
                </a:solidFill>
                <a:cs typeface="Courier New" pitchFamily="49" charset="0"/>
              </a:rPr>
              <a:t>Note that a </a:t>
            </a:r>
            <a:r>
              <a:rPr lang="nl-NL" sz="2000" err="1">
                <a:solidFill>
                  <a:schemeClr val="tx1"/>
                </a:solidFill>
                <a:cs typeface="Courier New" pitchFamily="49" charset="0"/>
              </a:rPr>
              <a:t>sequence</a:t>
            </a:r>
            <a:r>
              <a:rPr lang="nl-NL" sz="2000">
                <a:solidFill>
                  <a:schemeClr val="tx1"/>
                </a:solidFill>
                <a:cs typeface="Courier New" pitchFamily="49" charset="0"/>
              </a:rPr>
              <a:t> may contain a mix of data types: string, integer, </a:t>
            </a:r>
            <a:r>
              <a:rPr lang="nl-NL" sz="2000" err="1">
                <a:solidFill>
                  <a:schemeClr val="tx1"/>
                </a:solidFill>
                <a:cs typeface="Courier New" pitchFamily="49" charset="0"/>
              </a:rPr>
              <a:t>float</a:t>
            </a:r>
            <a:r>
              <a:rPr lang="nl-NL" sz="2000">
                <a:solidFill>
                  <a:schemeClr val="tx1"/>
                </a:solidFill>
                <a:cs typeface="Courier New" pitchFamily="49" charset="0"/>
              </a:rPr>
              <a:t>, ...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389D9893-2C53-4C0E-95CE-036BB1D6C8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11" y="3797364"/>
            <a:ext cx="7272338" cy="514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611E6D44-4440-4DB8-AAA0-70E81EC29C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011" y="5720118"/>
            <a:ext cx="10961370" cy="5143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A68B9503-744F-4729-B108-299423213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406" y="2063435"/>
            <a:ext cx="7407797" cy="360098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teaching_days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'Mon'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'Wed'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Thu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Fri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lesson_hours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lesson_hours_per_day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teaching_days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4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lesson_hours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lesson_hours_per_day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nl-BE" altLang="nl-BE" sz="20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nl-BE" altLang="nl-BE" sz="200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greek_letters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alpha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beta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sz="2000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'omega'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more_letters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greek_letters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nl-BE" altLang="nl-BE" sz="2400" b="1">
                <a:solidFill>
                  <a:srgbClr val="FF0000"/>
                </a:solidFill>
                <a:latin typeface="Consolas" panose="020B0609020204030204" pitchFamily="49" charset="0"/>
              </a:rPr>
              <a:t>*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</a:t>
            </a:r>
            <a:b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0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more_letters</a:t>
            </a:r>
            <a:r>
              <a:rPr kumimoji="0" lang="nl-BE" altLang="nl-BE" sz="2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nl-BE" altLang="nl-B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8822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454"/>
    </mc:Choice>
    <mc:Fallback xmlns="">
      <p:transition spd="slow" advTm="70454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AB902E-8C42-401E-94F3-01F00645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Operators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1D7A8EC4-DAB7-4CA7-BDEC-45DACD3BF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Comparison operators &lt; and &gt;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194B9A35-383A-49CC-8957-47D29ABBD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27</a:t>
            </a:fld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250765B-ECD3-4613-B3FE-B43CDF242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5723" y="2245740"/>
            <a:ext cx="8261650" cy="4110609"/>
          </a:xfrm>
          <a:prstGeom prst="rect">
            <a:avLst/>
          </a:prstGeom>
          <a:noFill/>
        </p:spPr>
      </p:pic>
      <p:sp>
        <p:nvSpPr>
          <p:cNvPr id="7" name="Rechthoek: afgeronde hoeken 6">
            <a:extLst>
              <a:ext uri="{FF2B5EF4-FFF2-40B4-BE49-F238E27FC236}">
                <a16:creationId xmlns:a16="http://schemas.microsoft.com/office/drawing/2014/main" id="{40B72895-C789-4DA0-A1A0-26F3F353BD5A}"/>
              </a:ext>
            </a:extLst>
          </p:cNvPr>
          <p:cNvSpPr/>
          <p:nvPr/>
        </p:nvSpPr>
        <p:spPr>
          <a:xfrm>
            <a:off x="4978400" y="2873828"/>
            <a:ext cx="7056845" cy="98697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NL" sz="2000">
                <a:solidFill>
                  <a:schemeClr val="tx1"/>
                </a:solidFill>
                <a:cs typeface="Courier New" pitchFamily="49" charset="0"/>
              </a:rPr>
              <a:t>Only the corresponding positions are compared.</a:t>
            </a:r>
            <a:br>
              <a:rPr lang="nl-NL" sz="2000">
                <a:solidFill>
                  <a:schemeClr val="tx1"/>
                </a:solidFill>
                <a:cs typeface="Courier New" pitchFamily="49" charset="0"/>
              </a:rPr>
            </a:br>
            <a:r>
              <a:rPr lang="nl-NL" sz="2000">
                <a:solidFill>
                  <a:schemeClr val="tx1"/>
                </a:solidFill>
                <a:cs typeface="Courier New" pitchFamily="49" charset="0"/>
              </a:rPr>
              <a:t>The size of the series is not taken into account.</a:t>
            </a:r>
          </a:p>
        </p:txBody>
      </p:sp>
    </p:spTree>
    <p:extLst>
      <p:ext uri="{BB962C8B-B14F-4D97-AF65-F5344CB8AC3E}">
        <p14:creationId xmlns:p14="http://schemas.microsoft.com/office/powerpoint/2010/main" val="893941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9529"/>
    </mc:Choice>
    <mc:Fallback xmlns="">
      <p:transition spd="slow" advTm="7952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262B3-58AC-4F00-A587-EC09E829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Series and operators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233AB0-DC19-4168-9CDA-308348F76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675735"/>
          </a:xfrm>
        </p:spPr>
        <p:txBody>
          <a:bodyPr/>
          <a:lstStyle/>
          <a:p>
            <a:r>
              <a:rPr lang="nl-BE"/>
              <a:t>Comparison operator </a:t>
            </a:r>
            <a:r>
              <a:rPr lang="nl-BE">
                <a:solidFill>
                  <a:srgbClr val="FF0000"/>
                </a:solidFill>
              </a:rPr>
              <a:t>==</a:t>
            </a:r>
            <a:r>
              <a:rPr lang="nl-BE"/>
              <a:t> checks if the content of the series is identical</a:t>
            </a:r>
          </a:p>
          <a:p>
            <a:r>
              <a:rPr lang="nl-BE">
                <a:solidFill>
                  <a:srgbClr val="FF0000"/>
                </a:solidFill>
                <a:cs typeface="Courier New" panose="02070309020205020404" pitchFamily="49" charset="0"/>
              </a:rPr>
              <a:t>is</a:t>
            </a:r>
            <a:r>
              <a:rPr lang="nl-BE">
                <a:cs typeface="Courier New" panose="02070309020205020404" pitchFamily="49" charset="0"/>
              </a:rPr>
              <a:t> checks that both sets refer to the same memory location </a:t>
            </a:r>
          </a:p>
          <a:p>
            <a:r>
              <a:rPr lang="nl-BE">
                <a:cs typeface="Courier New" panose="02070309020205020404" pitchFamily="49" charset="0"/>
              </a:rPr>
              <a:t>With function </a:t>
            </a:r>
            <a:r>
              <a:rPr lang="nl-BE" err="1">
                <a:solidFill>
                  <a:srgbClr val="FF0000"/>
                </a:solidFill>
                <a:cs typeface="Courier New" panose="02070309020205020404" pitchFamily="49" charset="0"/>
              </a:rPr>
              <a:t>id</a:t>
            </a:r>
            <a:r>
              <a:rPr lang="nl-BE">
                <a:solidFill>
                  <a:srgbClr val="FF0000"/>
                </a:solidFill>
                <a:cs typeface="Courier New" panose="02070309020205020404" pitchFamily="49" charset="0"/>
              </a:rPr>
              <a:t>() </a:t>
            </a:r>
            <a:r>
              <a:rPr lang="nl-BE">
                <a:cs typeface="Courier New" panose="02070309020205020404" pitchFamily="49" charset="0"/>
              </a:rPr>
              <a:t>you can retrieve this memory location</a:t>
            </a:r>
          </a:p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F483603-5116-4287-9F99-D77E8560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28</a:t>
            </a:fld>
            <a:endParaRPr lang="nl-BE"/>
          </a:p>
        </p:txBody>
      </p:sp>
      <p:grpSp>
        <p:nvGrpSpPr>
          <p:cNvPr id="6" name="Groep 5">
            <a:extLst>
              <a:ext uri="{FF2B5EF4-FFF2-40B4-BE49-F238E27FC236}">
                <a16:creationId xmlns:a16="http://schemas.microsoft.com/office/drawing/2014/main" id="{3033DC89-EBD9-47C5-9C93-A405B6905E38}"/>
              </a:ext>
            </a:extLst>
          </p:cNvPr>
          <p:cNvGrpSpPr/>
          <p:nvPr/>
        </p:nvGrpSpPr>
        <p:grpSpPr>
          <a:xfrm>
            <a:off x="4548196" y="3195994"/>
            <a:ext cx="2313781" cy="2546464"/>
            <a:chOff x="1747521" y="1196753"/>
            <a:chExt cx="2313780" cy="2731267"/>
          </a:xfrm>
        </p:grpSpPr>
        <p:sp>
          <p:nvSpPr>
            <p:cNvPr id="7" name="AutoShape 10">
              <a:extLst>
                <a:ext uri="{FF2B5EF4-FFF2-40B4-BE49-F238E27FC236}">
                  <a16:creationId xmlns:a16="http://schemas.microsoft.com/office/drawing/2014/main" id="{993B33EF-57D3-4149-B1CE-11DBBDCEB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521" y="1587874"/>
              <a:ext cx="2313780" cy="2340146"/>
            </a:xfrm>
            <a:prstGeom prst="roundRect">
              <a:avLst>
                <a:gd name="adj" fmla="val 3074"/>
              </a:avLst>
            </a:prstGeom>
            <a:solidFill>
              <a:srgbClr val="EAEAEA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3AC7B553-1E5D-4F3D-BAF8-F299B860A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9382" y="1196753"/>
              <a:ext cx="997517" cy="39613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buFontTx/>
                <a:buNone/>
              </a:pPr>
              <a:r>
                <a:rPr lang="fr-BE" b="1">
                  <a:solidFill>
                    <a:srgbClr val="446785"/>
                  </a:solidFill>
                  <a:latin typeface="Calibri" pitchFamily="34" charset="0"/>
                </a:rPr>
                <a:t>program</a:t>
              </a:r>
              <a:endParaRPr lang="nl-NL" b="1">
                <a:solidFill>
                  <a:srgbClr val="446785"/>
                </a:solidFill>
                <a:latin typeface="Calibri" pitchFamily="34" charset="0"/>
              </a:endParaRPr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00F7CC7C-9B8B-4949-A99A-3515C4306E59}"/>
              </a:ext>
            </a:extLst>
          </p:cNvPr>
          <p:cNvGrpSpPr/>
          <p:nvPr/>
        </p:nvGrpSpPr>
        <p:grpSpPr>
          <a:xfrm>
            <a:off x="7926790" y="3192485"/>
            <a:ext cx="3234748" cy="2546464"/>
            <a:chOff x="5633533" y="1446022"/>
            <a:chExt cx="3234748" cy="2546464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A6ADDA62-3FAD-4B73-B44A-9A4A09338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6126" y="1814765"/>
              <a:ext cx="2849562" cy="2177721"/>
            </a:xfrm>
            <a:prstGeom prst="roundRect">
              <a:avLst>
                <a:gd name="adj" fmla="val 3074"/>
              </a:avLst>
            </a:prstGeom>
            <a:solidFill>
              <a:srgbClr val="EAEAEA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9C872336-31B4-453A-A2E1-7D09C1C1E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3533" y="1446022"/>
              <a:ext cx="3234748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buFontTx/>
                <a:buNone/>
              </a:pPr>
              <a:r>
                <a:rPr lang="fr-BE" b="1">
                  <a:solidFill>
                    <a:srgbClr val="446785"/>
                  </a:solidFill>
                  <a:latin typeface="Calibri" pitchFamily="34" charset="0"/>
                </a:rPr>
                <a:t>main </a:t>
              </a:r>
              <a:r>
                <a:rPr lang="fr-BE" b="1" err="1">
                  <a:solidFill>
                    <a:srgbClr val="446785"/>
                  </a:solidFill>
                  <a:latin typeface="Calibri" pitchFamily="34" charset="0"/>
                </a:rPr>
                <a:t>memory</a:t>
              </a:r>
              <a:endParaRPr lang="nl-NL" b="1">
                <a:solidFill>
                  <a:srgbClr val="446785"/>
                </a:solidFill>
                <a:latin typeface="Calibri" pitchFamily="34" charset="0"/>
              </a:endParaRPr>
            </a:p>
          </p:txBody>
        </p:sp>
      </p:grpSp>
      <p:sp>
        <p:nvSpPr>
          <p:cNvPr id="12" name="AutoShape 8">
            <a:extLst>
              <a:ext uri="{FF2B5EF4-FFF2-40B4-BE49-F238E27FC236}">
                <a16:creationId xmlns:a16="http://schemas.microsoft.com/office/drawing/2014/main" id="{9F98A974-A0C5-467D-842D-331213FEC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3194" y="3886928"/>
            <a:ext cx="990443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nl-NL" b="1">
                <a:latin typeface="Courier New" pitchFamily="49" charset="0"/>
                <a:cs typeface="Courier New" pitchFamily="49" charset="0"/>
              </a:rPr>
              <a:t>a</a:t>
            </a:r>
          </a:p>
        </p:txBody>
      </p: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EFF65A0B-B5E7-4A4A-8B99-78191EAF2A39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 bwMode="auto">
          <a:xfrm flipV="1">
            <a:off x="6103637" y="4095350"/>
            <a:ext cx="2184685" cy="3509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4" name="Groep 13">
            <a:extLst>
              <a:ext uri="{FF2B5EF4-FFF2-40B4-BE49-F238E27FC236}">
                <a16:creationId xmlns:a16="http://schemas.microsoft.com/office/drawing/2014/main" id="{635C77C5-F5B4-43CF-AB2E-162EEE6892D5}"/>
              </a:ext>
            </a:extLst>
          </p:cNvPr>
          <p:cNvGrpSpPr/>
          <p:nvPr/>
        </p:nvGrpSpPr>
        <p:grpSpPr>
          <a:xfrm>
            <a:off x="8190679" y="3644604"/>
            <a:ext cx="2609328" cy="662677"/>
            <a:chOff x="5897422" y="1686203"/>
            <a:chExt cx="2609328" cy="662677"/>
          </a:xfrm>
        </p:grpSpPr>
        <p:sp>
          <p:nvSpPr>
            <p:cNvPr id="15" name="AutoShape 8">
              <a:extLst>
                <a:ext uri="{FF2B5EF4-FFF2-40B4-BE49-F238E27FC236}">
                  <a16:creationId xmlns:a16="http://schemas.microsoft.com/office/drawing/2014/main" id="{13DAA3AE-6C77-41C5-B746-F040ED152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5065" y="1925018"/>
              <a:ext cx="2511685" cy="423862"/>
            </a:xfrm>
            <a:prstGeom prst="roundRect">
              <a:avLst>
                <a:gd name="adj" fmla="val 5773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buFontTx/>
                <a:buNone/>
              </a:pPr>
              <a:r>
                <a:rPr lang="nl-NL">
                  <a:solidFill>
                    <a:srgbClr val="0000FF"/>
                  </a:solidFill>
                  <a:latin typeface="Consolas" panose="020B0609020204030204" pitchFamily="49" charset="0"/>
                </a:rPr>
                <a:t>1,2,3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21A820FC-320E-4E2E-AE6C-E25C059DD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7422" y="1686203"/>
              <a:ext cx="55656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sz="1200" b="1" err="1">
                  <a:latin typeface="Courier New" pitchFamily="49" charset="0"/>
                </a:rPr>
                <a:t>list</a:t>
              </a:r>
              <a:endParaRPr lang="nl-NL" sz="1200" b="1">
                <a:latin typeface="Courier New" pitchFamily="49" charset="0"/>
              </a:endParaRPr>
            </a:p>
          </p:txBody>
        </p:sp>
      </p:grpSp>
      <p:sp>
        <p:nvSpPr>
          <p:cNvPr id="17" name="AutoShape 8">
            <a:extLst>
              <a:ext uri="{FF2B5EF4-FFF2-40B4-BE49-F238E27FC236}">
                <a16:creationId xmlns:a16="http://schemas.microsoft.com/office/drawing/2014/main" id="{1FBBFAE7-17D8-4EF6-9902-E5036404F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14208" y="4931044"/>
            <a:ext cx="989430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buFontTx/>
              <a:buNone/>
            </a:pPr>
            <a:r>
              <a:rPr lang="nl-NL" b="1">
                <a:latin typeface="Courier New" pitchFamily="49" charset="0"/>
                <a:cs typeface="Courier New" pitchFamily="49" charset="0"/>
              </a:rPr>
              <a:t>b</a:t>
            </a:r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D309188F-5D6C-41B5-AE0C-442E0B0E8EBE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 bwMode="auto">
          <a:xfrm flipV="1">
            <a:off x="6103638" y="5139466"/>
            <a:ext cx="2185697" cy="3509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9" name="Groep 18">
            <a:extLst>
              <a:ext uri="{FF2B5EF4-FFF2-40B4-BE49-F238E27FC236}">
                <a16:creationId xmlns:a16="http://schemas.microsoft.com/office/drawing/2014/main" id="{AC903F47-D6ED-40CE-9C5A-C037DA698CC9}"/>
              </a:ext>
            </a:extLst>
          </p:cNvPr>
          <p:cNvGrpSpPr/>
          <p:nvPr/>
        </p:nvGrpSpPr>
        <p:grpSpPr>
          <a:xfrm>
            <a:off x="8191692" y="4688720"/>
            <a:ext cx="2609328" cy="662677"/>
            <a:chOff x="5897422" y="1686203"/>
            <a:chExt cx="2609328" cy="662677"/>
          </a:xfrm>
        </p:grpSpPr>
        <p:sp>
          <p:nvSpPr>
            <p:cNvPr id="20" name="AutoShape 8">
              <a:extLst>
                <a:ext uri="{FF2B5EF4-FFF2-40B4-BE49-F238E27FC236}">
                  <a16:creationId xmlns:a16="http://schemas.microsoft.com/office/drawing/2014/main" id="{DE319A9B-6D41-42BB-89C7-0D32C8E0D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5065" y="1925018"/>
              <a:ext cx="2511685" cy="423862"/>
            </a:xfrm>
            <a:prstGeom prst="roundRect">
              <a:avLst>
                <a:gd name="adj" fmla="val 5773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r>
                <a:rPr lang="en-US">
                  <a:solidFill>
                    <a:srgbClr val="0000FF"/>
                  </a:solidFill>
                  <a:latin typeface="Consolas" panose="020B0609020204030204" pitchFamily="49" charset="0"/>
                  <a:sym typeface="Courier New"/>
                </a:rPr>
                <a:t>1,2,3</a:t>
              </a:r>
              <a:endParaRPr lang="nl-NL">
                <a:solidFill>
                  <a:srgbClr val="0000FF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21" name="Text Box 12">
              <a:extLst>
                <a:ext uri="{FF2B5EF4-FFF2-40B4-BE49-F238E27FC236}">
                  <a16:creationId xmlns:a16="http://schemas.microsoft.com/office/drawing/2014/main" id="{660B567A-93F2-443B-9192-CDC28FB1C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7422" y="1686203"/>
              <a:ext cx="55656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sz="1200" b="1" err="1">
                  <a:latin typeface="Courier New" pitchFamily="49" charset="0"/>
                </a:rPr>
                <a:t>list</a:t>
              </a:r>
              <a:endParaRPr lang="nl-NL" sz="1200" b="1">
                <a:latin typeface="Courier New" pitchFamily="49" charset="0"/>
              </a:endParaRPr>
            </a:p>
          </p:txBody>
        </p:sp>
      </p:grpSp>
      <p:sp>
        <p:nvSpPr>
          <p:cNvPr id="27" name="Tekstvak 26">
            <a:extLst>
              <a:ext uri="{FF2B5EF4-FFF2-40B4-BE49-F238E27FC236}">
                <a16:creationId xmlns:a16="http://schemas.microsoft.com/office/drawing/2014/main" id="{867D27D8-11D4-4876-B7F8-A09CB3AFF6F2}"/>
              </a:ext>
            </a:extLst>
          </p:cNvPr>
          <p:cNvSpPr txBox="1"/>
          <p:nvPr/>
        </p:nvSpPr>
        <p:spPr>
          <a:xfrm>
            <a:off x="7077693" y="3709721"/>
            <a:ext cx="31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=</a:t>
            </a:r>
          </a:p>
        </p:txBody>
      </p:sp>
      <p:pic>
        <p:nvPicPr>
          <p:cNvPr id="22" name="Afbeelding 21">
            <a:extLst>
              <a:ext uri="{FF2B5EF4-FFF2-40B4-BE49-F238E27FC236}">
                <a16:creationId xmlns:a16="http://schemas.microsoft.com/office/drawing/2014/main" id="{04F8C038-AD5B-405F-97F1-4C2E9B388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691" y="3189896"/>
            <a:ext cx="1793692" cy="34752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555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1015"/>
    </mc:Choice>
    <mc:Fallback xmlns="">
      <p:transition spd="slow" advTm="11101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2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262B3-58AC-4F00-A587-EC09E829A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Series and operators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DF233AB0-DC19-4168-9CDA-308348F76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705" y="1550894"/>
            <a:ext cx="11291048" cy="4675735"/>
          </a:xfrm>
        </p:spPr>
        <p:txBody>
          <a:bodyPr/>
          <a:lstStyle/>
          <a:p>
            <a:r>
              <a:rPr lang="nl-BE"/>
              <a:t>Comparison operator </a:t>
            </a:r>
            <a:r>
              <a:rPr lang="nl-BE">
                <a:solidFill>
                  <a:srgbClr val="FF0000"/>
                </a:solidFill>
              </a:rPr>
              <a:t>==</a:t>
            </a:r>
            <a:r>
              <a:rPr lang="nl-BE"/>
              <a:t> checks if the content of the series is identical</a:t>
            </a:r>
          </a:p>
          <a:p>
            <a:r>
              <a:rPr lang="nl-BE">
                <a:solidFill>
                  <a:srgbClr val="FF0000"/>
                </a:solidFill>
                <a:cs typeface="Courier New" panose="02070309020205020404" pitchFamily="49" charset="0"/>
              </a:rPr>
              <a:t>is</a:t>
            </a:r>
            <a:r>
              <a:rPr lang="nl-BE">
                <a:cs typeface="Courier New" panose="02070309020205020404" pitchFamily="49" charset="0"/>
              </a:rPr>
              <a:t> checks that both sets refer to the same memory location</a:t>
            </a:r>
            <a:endParaRPr lang="nl-BE">
              <a:solidFill>
                <a:srgbClr val="000080"/>
              </a:solidFill>
              <a:cs typeface="Courier New" panose="02070309020205020404" pitchFamily="49" charset="0"/>
            </a:endParaRPr>
          </a:p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EF483603-5116-4287-9F99-D77E85601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29</a:t>
            </a:fld>
            <a:endParaRPr lang="nl-BE"/>
          </a:p>
        </p:txBody>
      </p:sp>
      <p:grpSp>
        <p:nvGrpSpPr>
          <p:cNvPr id="6" name="Groep 5">
            <a:extLst>
              <a:ext uri="{FF2B5EF4-FFF2-40B4-BE49-F238E27FC236}">
                <a16:creationId xmlns:a16="http://schemas.microsoft.com/office/drawing/2014/main" id="{3033DC89-EBD9-47C5-9C93-A405B6905E38}"/>
              </a:ext>
            </a:extLst>
          </p:cNvPr>
          <p:cNvGrpSpPr/>
          <p:nvPr/>
        </p:nvGrpSpPr>
        <p:grpSpPr>
          <a:xfrm>
            <a:off x="4565613" y="2708314"/>
            <a:ext cx="2313781" cy="2546464"/>
            <a:chOff x="1747521" y="1196753"/>
            <a:chExt cx="2313780" cy="2731267"/>
          </a:xfrm>
        </p:grpSpPr>
        <p:sp>
          <p:nvSpPr>
            <p:cNvPr id="7" name="AutoShape 10">
              <a:extLst>
                <a:ext uri="{FF2B5EF4-FFF2-40B4-BE49-F238E27FC236}">
                  <a16:creationId xmlns:a16="http://schemas.microsoft.com/office/drawing/2014/main" id="{993B33EF-57D3-4149-B1CE-11DBBDCEB7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7521" y="1587874"/>
              <a:ext cx="2313780" cy="2340146"/>
            </a:xfrm>
            <a:prstGeom prst="roundRect">
              <a:avLst>
                <a:gd name="adj" fmla="val 3074"/>
              </a:avLst>
            </a:prstGeom>
            <a:solidFill>
              <a:srgbClr val="EAEAEA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8" name="Text Box 11">
              <a:extLst>
                <a:ext uri="{FF2B5EF4-FFF2-40B4-BE49-F238E27FC236}">
                  <a16:creationId xmlns:a16="http://schemas.microsoft.com/office/drawing/2014/main" id="{3AC7B553-1E5D-4F3D-BAF8-F299B860AB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9381" y="1196753"/>
              <a:ext cx="997517" cy="396135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>
                <a:buFontTx/>
                <a:buNone/>
              </a:pPr>
              <a:r>
                <a:rPr lang="fr-BE" b="1">
                  <a:solidFill>
                    <a:srgbClr val="446785"/>
                  </a:solidFill>
                  <a:latin typeface="Calibri" pitchFamily="34" charset="0"/>
                </a:rPr>
                <a:t>program</a:t>
              </a:r>
              <a:endParaRPr lang="nl-NL" b="1">
                <a:solidFill>
                  <a:srgbClr val="446785"/>
                </a:solidFill>
                <a:latin typeface="Calibri" pitchFamily="34" charset="0"/>
              </a:endParaRPr>
            </a:p>
          </p:txBody>
        </p:sp>
      </p:grpSp>
      <p:grpSp>
        <p:nvGrpSpPr>
          <p:cNvPr id="9" name="Groep 8">
            <a:extLst>
              <a:ext uri="{FF2B5EF4-FFF2-40B4-BE49-F238E27FC236}">
                <a16:creationId xmlns:a16="http://schemas.microsoft.com/office/drawing/2014/main" id="{00F7CC7C-9B8B-4949-A99A-3515C4306E59}"/>
              </a:ext>
            </a:extLst>
          </p:cNvPr>
          <p:cNvGrpSpPr/>
          <p:nvPr/>
        </p:nvGrpSpPr>
        <p:grpSpPr>
          <a:xfrm>
            <a:off x="7944207" y="2704805"/>
            <a:ext cx="3234748" cy="2546464"/>
            <a:chOff x="5633533" y="1446022"/>
            <a:chExt cx="3234748" cy="2546464"/>
          </a:xfrm>
        </p:grpSpPr>
        <p:sp>
          <p:nvSpPr>
            <p:cNvPr id="10" name="AutoShape 10">
              <a:extLst>
                <a:ext uri="{FF2B5EF4-FFF2-40B4-BE49-F238E27FC236}">
                  <a16:creationId xmlns:a16="http://schemas.microsoft.com/office/drawing/2014/main" id="{A6ADDA62-3FAD-4B73-B44A-9A4A093383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6126" y="1814765"/>
              <a:ext cx="2849562" cy="2177721"/>
            </a:xfrm>
            <a:prstGeom prst="roundRect">
              <a:avLst>
                <a:gd name="adj" fmla="val 3074"/>
              </a:avLst>
            </a:prstGeom>
            <a:solidFill>
              <a:srgbClr val="EAEAEA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nl-NL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9C872336-31B4-453A-A2E1-7D09C1C1E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3533" y="1446022"/>
              <a:ext cx="3234748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ctr">
                <a:buFontTx/>
                <a:buNone/>
              </a:pPr>
              <a:r>
                <a:rPr lang="fr-BE" b="1">
                  <a:solidFill>
                    <a:srgbClr val="446785"/>
                  </a:solidFill>
                  <a:latin typeface="Calibri" pitchFamily="34" charset="0"/>
                </a:rPr>
                <a:t>main </a:t>
              </a:r>
              <a:r>
                <a:rPr lang="fr-BE" b="1" err="1">
                  <a:solidFill>
                    <a:srgbClr val="446785"/>
                  </a:solidFill>
                  <a:latin typeface="Calibri" pitchFamily="34" charset="0"/>
                </a:rPr>
                <a:t>memory</a:t>
              </a:r>
              <a:endParaRPr lang="nl-NL" b="1">
                <a:solidFill>
                  <a:srgbClr val="446785"/>
                </a:solidFill>
                <a:latin typeface="Calibri" pitchFamily="34" charset="0"/>
              </a:endParaRPr>
            </a:p>
          </p:txBody>
        </p:sp>
      </p:grpSp>
      <p:sp>
        <p:nvSpPr>
          <p:cNvPr id="12" name="AutoShape 8">
            <a:extLst>
              <a:ext uri="{FF2B5EF4-FFF2-40B4-BE49-F238E27FC236}">
                <a16:creationId xmlns:a16="http://schemas.microsoft.com/office/drawing/2014/main" id="{9F98A974-A0C5-467D-842D-331213FEC3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0611" y="3399248"/>
            <a:ext cx="990443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nl-NL" b="1">
                <a:latin typeface="Courier New" pitchFamily="49" charset="0"/>
                <a:cs typeface="Courier New" pitchFamily="49" charset="0"/>
              </a:rPr>
              <a:t>a</a:t>
            </a:r>
          </a:p>
        </p:txBody>
      </p: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EFF65A0B-B5E7-4A4A-8B99-78191EAF2A39}"/>
              </a:ext>
            </a:extLst>
          </p:cNvPr>
          <p:cNvCxnSpPr>
            <a:cxnSpLocks/>
            <a:stCxn id="12" idx="3"/>
            <a:endCxn id="15" idx="1"/>
          </p:cNvCxnSpPr>
          <p:nvPr/>
        </p:nvCxnSpPr>
        <p:spPr bwMode="auto">
          <a:xfrm flipV="1">
            <a:off x="6121054" y="3605271"/>
            <a:ext cx="2184684" cy="5908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4" name="Groep 13">
            <a:extLst>
              <a:ext uri="{FF2B5EF4-FFF2-40B4-BE49-F238E27FC236}">
                <a16:creationId xmlns:a16="http://schemas.microsoft.com/office/drawing/2014/main" id="{635C77C5-F5B4-43CF-AB2E-162EEE6892D5}"/>
              </a:ext>
            </a:extLst>
          </p:cNvPr>
          <p:cNvGrpSpPr/>
          <p:nvPr/>
        </p:nvGrpSpPr>
        <p:grpSpPr>
          <a:xfrm>
            <a:off x="8208096" y="3156924"/>
            <a:ext cx="2609327" cy="660278"/>
            <a:chOff x="5897422" y="1686203"/>
            <a:chExt cx="2609327" cy="660278"/>
          </a:xfrm>
        </p:grpSpPr>
        <p:sp>
          <p:nvSpPr>
            <p:cNvPr id="15" name="AutoShape 8">
              <a:extLst>
                <a:ext uri="{FF2B5EF4-FFF2-40B4-BE49-F238E27FC236}">
                  <a16:creationId xmlns:a16="http://schemas.microsoft.com/office/drawing/2014/main" id="{13DAA3AE-6C77-41C5-B746-F040ED152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95064" y="1922619"/>
              <a:ext cx="2511685" cy="423862"/>
            </a:xfrm>
            <a:prstGeom prst="roundRect">
              <a:avLst>
                <a:gd name="adj" fmla="val 5773"/>
              </a:avLst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>
                <a:buFontTx/>
                <a:buNone/>
              </a:pPr>
              <a:r>
                <a:rPr lang="nl-NL">
                  <a:solidFill>
                    <a:srgbClr val="0000FF"/>
                  </a:solidFill>
                  <a:latin typeface="Consolas" panose="020B0609020204030204" pitchFamily="49" charset="0"/>
                </a:rPr>
                <a:t>1,2,3</a:t>
              </a:r>
            </a:p>
          </p:txBody>
        </p: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21A820FC-320E-4E2E-AE6C-E25C059DD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7422" y="1686203"/>
              <a:ext cx="556563" cy="2769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>
                <a:buFontTx/>
                <a:buNone/>
              </a:pPr>
              <a:r>
                <a:rPr lang="fr-BE" sz="1200" b="1" err="1">
                  <a:latin typeface="Courier New" pitchFamily="49" charset="0"/>
                </a:rPr>
                <a:t>list</a:t>
              </a:r>
              <a:endParaRPr lang="nl-NL" sz="1200" b="1">
                <a:latin typeface="Courier New" pitchFamily="49" charset="0"/>
              </a:endParaRPr>
            </a:p>
          </p:txBody>
        </p:sp>
      </p:grpSp>
      <p:sp>
        <p:nvSpPr>
          <p:cNvPr id="17" name="AutoShape 8">
            <a:extLst>
              <a:ext uri="{FF2B5EF4-FFF2-40B4-BE49-F238E27FC236}">
                <a16:creationId xmlns:a16="http://schemas.microsoft.com/office/drawing/2014/main" id="{1FBBFAE7-17D8-4EF6-9902-E5036404F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1625" y="4443364"/>
            <a:ext cx="989430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>
              <a:buFontTx/>
              <a:buNone/>
            </a:pPr>
            <a:r>
              <a:rPr lang="nl-NL" b="1">
                <a:latin typeface="Courier New" pitchFamily="49" charset="0"/>
                <a:cs typeface="Courier New" pitchFamily="49" charset="0"/>
              </a:rPr>
              <a:t>b</a:t>
            </a:r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D309188F-5D6C-41B5-AE0C-442E0B0E8EBE}"/>
              </a:ext>
            </a:extLst>
          </p:cNvPr>
          <p:cNvCxnSpPr>
            <a:cxnSpLocks/>
            <a:stCxn id="17" idx="3"/>
            <a:endCxn id="15" idx="1"/>
          </p:cNvCxnSpPr>
          <p:nvPr/>
        </p:nvCxnSpPr>
        <p:spPr bwMode="auto">
          <a:xfrm flipV="1">
            <a:off x="6121055" y="3605271"/>
            <a:ext cx="2184683" cy="1050024"/>
          </a:xfrm>
          <a:prstGeom prst="straightConnector1">
            <a:avLst/>
          </a:prstGeom>
          <a:noFill/>
          <a:ln w="15875" cap="flat" cmpd="sng" algn="ctr">
            <a:solidFill>
              <a:srgbClr val="3333CC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7" name="Tekstvak 26">
            <a:extLst>
              <a:ext uri="{FF2B5EF4-FFF2-40B4-BE49-F238E27FC236}">
                <a16:creationId xmlns:a16="http://schemas.microsoft.com/office/drawing/2014/main" id="{867D27D8-11D4-4876-B7F8-A09CB3AFF6F2}"/>
              </a:ext>
            </a:extLst>
          </p:cNvPr>
          <p:cNvSpPr txBox="1"/>
          <p:nvPr/>
        </p:nvSpPr>
        <p:spPr>
          <a:xfrm>
            <a:off x="7095110" y="3222041"/>
            <a:ext cx="318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=</a:t>
            </a:r>
          </a:p>
        </p:txBody>
      </p:sp>
      <p:sp>
        <p:nvSpPr>
          <p:cNvPr id="25" name="Rechthoek: afgeronde hoeken 24">
            <a:extLst>
              <a:ext uri="{FF2B5EF4-FFF2-40B4-BE49-F238E27FC236}">
                <a16:creationId xmlns:a16="http://schemas.microsoft.com/office/drawing/2014/main" id="{A1AECB1E-2407-428C-B1FE-8022A60EEDE4}"/>
              </a:ext>
            </a:extLst>
          </p:cNvPr>
          <p:cNvSpPr/>
          <p:nvPr/>
        </p:nvSpPr>
        <p:spPr>
          <a:xfrm>
            <a:off x="4593573" y="5572871"/>
            <a:ext cx="7005760" cy="919512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D5AD4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nl-NL" sz="2000">
                <a:solidFill>
                  <a:schemeClr val="tx1"/>
                </a:solidFill>
                <a:cs typeface="Courier New" pitchFamily="49" charset="0"/>
              </a:rPr>
              <a:t>A new memory location will only be provided if a series is assigned its own values when it is created.</a:t>
            </a:r>
            <a:br>
              <a:rPr lang="nl-NL" sz="2000">
                <a:solidFill>
                  <a:schemeClr val="tx1"/>
                </a:solidFill>
                <a:cs typeface="Courier New" pitchFamily="49" charset="0"/>
              </a:rPr>
            </a:br>
            <a:r>
              <a:rPr lang="nl-NL" sz="2000">
                <a:solidFill>
                  <a:schemeClr val="tx1"/>
                </a:solidFill>
                <a:cs typeface="Courier New" pitchFamily="49" charset="0"/>
              </a:rPr>
              <a:t>Here b is an </a:t>
            </a:r>
            <a:r>
              <a:rPr lang="nl-NL" sz="2000" b="1">
                <a:solidFill>
                  <a:srgbClr val="4584B6"/>
                </a:solidFill>
                <a:cs typeface="Courier New" pitchFamily="49" charset="0"/>
              </a:rPr>
              <a:t>alias</a:t>
            </a:r>
            <a:r>
              <a:rPr lang="nl-NL" sz="2000">
                <a:solidFill>
                  <a:schemeClr val="tx1"/>
                </a:solidFill>
                <a:cs typeface="Courier New" pitchFamily="49" charset="0"/>
              </a:rPr>
              <a:t> for a.</a:t>
            </a:r>
          </a:p>
        </p:txBody>
      </p:sp>
      <p:sp>
        <p:nvSpPr>
          <p:cNvPr id="28" name="AutoShape 8">
            <a:extLst>
              <a:ext uri="{FF2B5EF4-FFF2-40B4-BE49-F238E27FC236}">
                <a16:creationId xmlns:a16="http://schemas.microsoft.com/office/drawing/2014/main" id="{F5E9C6B8-9B34-46AA-8A55-799624F82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737" y="3396294"/>
            <a:ext cx="2511685" cy="423862"/>
          </a:xfrm>
          <a:prstGeom prst="roundRect">
            <a:avLst>
              <a:gd name="adj" fmla="val 5773"/>
            </a:avLst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>
              <a:buFontTx/>
              <a:buNone/>
            </a:pPr>
            <a:r>
              <a:rPr lang="nl-NL">
                <a:solidFill>
                  <a:srgbClr val="0000FF"/>
                </a:solidFill>
                <a:latin typeface="Consolas" panose="020B0609020204030204" pitchFamily="49" charset="0"/>
              </a:rPr>
              <a:t>1,2,3,4</a:t>
            </a:r>
          </a:p>
        </p:txBody>
      </p:sp>
      <p:pic>
        <p:nvPicPr>
          <p:cNvPr id="19" name="Afbeelding 18">
            <a:extLst>
              <a:ext uri="{FF2B5EF4-FFF2-40B4-BE49-F238E27FC236}">
                <a16:creationId xmlns:a16="http://schemas.microsoft.com/office/drawing/2014/main" id="{07AF6949-BF17-4F76-99E7-F0C3C4514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038" y="2704804"/>
            <a:ext cx="1806358" cy="41461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87158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416"/>
    </mc:Choice>
    <mc:Fallback xmlns="">
      <p:transition spd="slow" advTm="6741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27" grpId="0"/>
      <p:bldP spid="25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ep 26">
            <a:extLst>
              <a:ext uri="{FF2B5EF4-FFF2-40B4-BE49-F238E27FC236}">
                <a16:creationId xmlns:a16="http://schemas.microsoft.com/office/drawing/2014/main" id="{43D7E2C6-CD39-42B5-A007-90A346B6429B}"/>
              </a:ext>
            </a:extLst>
          </p:cNvPr>
          <p:cNvGrpSpPr/>
          <p:nvPr/>
        </p:nvGrpSpPr>
        <p:grpSpPr>
          <a:xfrm>
            <a:off x="5082915" y="2285237"/>
            <a:ext cx="770980" cy="377453"/>
            <a:chOff x="4928781" y="2088061"/>
            <a:chExt cx="770980" cy="375920"/>
          </a:xfrm>
        </p:grpSpPr>
        <p:sp>
          <p:nvSpPr>
            <p:cNvPr id="6" name="Ovaal 5">
              <a:extLst>
                <a:ext uri="{FF2B5EF4-FFF2-40B4-BE49-F238E27FC236}">
                  <a16:creationId xmlns:a16="http://schemas.microsoft.com/office/drawing/2014/main" id="{64D5095F-F4D8-4154-AAA8-F719184FAC9C}"/>
                </a:ext>
              </a:extLst>
            </p:cNvPr>
            <p:cNvSpPr/>
            <p:nvPr/>
          </p:nvSpPr>
          <p:spPr>
            <a:xfrm>
              <a:off x="5059681" y="2088061"/>
              <a:ext cx="640080" cy="375920"/>
            </a:xfrm>
            <a:prstGeom prst="ellipse">
              <a:avLst/>
            </a:prstGeom>
            <a:noFill/>
            <a:ln w="38100">
              <a:solidFill>
                <a:srgbClr val="D5AD4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9" name="Verbindingslijn: gekromd 8">
              <a:extLst>
                <a:ext uri="{FF2B5EF4-FFF2-40B4-BE49-F238E27FC236}">
                  <a16:creationId xmlns:a16="http://schemas.microsoft.com/office/drawing/2014/main" id="{EF5FEECC-4F8C-47B3-9F9F-1EACC29B5473}"/>
                </a:ext>
              </a:extLst>
            </p:cNvPr>
            <p:cNvCxnSpPr>
              <a:cxnSpLocks/>
              <a:stCxn id="6" idx="5"/>
            </p:cNvCxnSpPr>
            <p:nvPr/>
          </p:nvCxnSpPr>
          <p:spPr>
            <a:xfrm rot="5400000">
              <a:off x="5239876" y="2097834"/>
              <a:ext cx="55052" cy="677242"/>
            </a:xfrm>
            <a:prstGeom prst="curvedConnector4">
              <a:avLst>
                <a:gd name="adj1" fmla="val 415244"/>
                <a:gd name="adj2" fmla="val 90336"/>
              </a:avLst>
            </a:prstGeom>
            <a:ln w="38100">
              <a:solidFill>
                <a:srgbClr val="D5AD4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6F80DCA-16EB-4D4D-812D-EF948AC2D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5" y="1608825"/>
            <a:ext cx="11291048" cy="462606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nl-BE"/>
              <a:t>1 List </a:t>
            </a:r>
            <a:r>
              <a:rPr lang="nl-BE" err="1"/>
              <a:t>with</a:t>
            </a:r>
            <a:r>
              <a:rPr lang="nl-BE"/>
              <a:t> </a:t>
            </a:r>
            <a:r>
              <a:rPr lang="nl-BE" err="1"/>
              <a:t>hours</a:t>
            </a:r>
            <a:r>
              <a:rPr lang="nl-BE"/>
              <a:t> of lessons per day</a:t>
            </a:r>
          </a:p>
          <a:p>
            <a:pPr marL="0" indent="0">
              <a:buNone/>
            </a:pPr>
            <a:endParaRPr lang="nl-BE"/>
          </a:p>
          <a:p>
            <a:r>
              <a:rPr lang="nl-BE"/>
              <a:t>By using </a:t>
            </a:r>
            <a:r>
              <a:rPr lang="nl-BE" err="1"/>
              <a:t>nested</a:t>
            </a:r>
            <a:r>
              <a:rPr lang="nl-BE"/>
              <a:t> </a:t>
            </a:r>
            <a:r>
              <a:rPr lang="nl-BE" err="1"/>
              <a:t>lists</a:t>
            </a:r>
            <a:r>
              <a:rPr lang="nl-BE"/>
              <a:t> </a:t>
            </a:r>
            <a:r>
              <a:rPr lang="nl-BE" err="1"/>
              <a:t>it’s</a:t>
            </a:r>
            <a:r>
              <a:rPr lang="nl-BE"/>
              <a:t> more clear which data </a:t>
            </a:r>
            <a:r>
              <a:rPr lang="nl-BE" err="1"/>
              <a:t>belongs</a:t>
            </a:r>
            <a:r>
              <a:rPr lang="nl-BE"/>
              <a:t> </a:t>
            </a:r>
            <a:r>
              <a:rPr lang="nl-BE" err="1"/>
              <a:t>together</a:t>
            </a:r>
            <a:r>
              <a:rPr lang="nl-BE"/>
              <a:t>. The </a:t>
            </a:r>
            <a:r>
              <a:rPr lang="nl-BE" err="1"/>
              <a:t>result</a:t>
            </a:r>
            <a:r>
              <a:rPr lang="nl-BE"/>
              <a:t> is a </a:t>
            </a:r>
            <a:r>
              <a:rPr lang="nl-BE" err="1"/>
              <a:t>nested</a:t>
            </a:r>
            <a:r>
              <a:rPr lang="nl-BE"/>
              <a:t> list </a:t>
            </a:r>
            <a:r>
              <a:rPr lang="nl-BE" err="1"/>
              <a:t>where</a:t>
            </a:r>
            <a:r>
              <a:rPr lang="nl-BE"/>
              <a:t> </a:t>
            </a:r>
            <a:r>
              <a:rPr lang="nl-BE" err="1"/>
              <a:t>each</a:t>
            </a:r>
            <a:r>
              <a:rPr lang="nl-BE"/>
              <a:t> element in </a:t>
            </a:r>
            <a:r>
              <a:rPr lang="nl-BE" err="1"/>
              <a:t>that</a:t>
            </a:r>
            <a:r>
              <a:rPr lang="nl-BE"/>
              <a:t> list is a list </a:t>
            </a:r>
            <a:r>
              <a:rPr lang="nl-BE" err="1"/>
              <a:t>itself</a:t>
            </a:r>
            <a:r>
              <a:rPr lang="nl-BE"/>
              <a:t>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8C7DD88-5ABC-4DD9-A0B0-CF184FB61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/>
              <a:t>Nested sequences </a:t>
            </a:r>
            <a:r>
              <a:rPr lang="nl-BE" sz="3200"/>
              <a:t>(List and </a:t>
            </a:r>
            <a:r>
              <a:rPr lang="nl-BE" sz="3200" err="1"/>
              <a:t>Tuple</a:t>
            </a:r>
            <a:r>
              <a:rPr lang="nl-BE" sz="3200"/>
              <a:t>)</a:t>
            </a:r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FE1C4EC-723B-451B-9CE5-4AB5C4E09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30</a:t>
            </a:fld>
            <a:endParaRPr lang="nl-B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81452100-E0B2-446F-805C-20465142E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0553" y="4621191"/>
            <a:ext cx="1430767" cy="211333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Rectangle 1">
            <a:extLst>
              <a:ext uri="{FF2B5EF4-FFF2-40B4-BE49-F238E27FC236}">
                <a16:creationId xmlns:a16="http://schemas.microsoft.com/office/drawing/2014/main" id="{045BA153-E375-40B9-A904-6E8A81569B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450" y="3816217"/>
            <a:ext cx="10695557" cy="2031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hours_school_day = [[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'Mon'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'Tue'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'Wed'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'Thu'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 [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'Fri'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'Day'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'Hours'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660099"/>
                </a:solidFill>
                <a:effectLst/>
                <a:latin typeface="Consolas" panose="020B0609020204030204" pitchFamily="49" charset="0"/>
              </a:rPr>
              <a:t>sep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\t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day_hours </a:t>
            </a:r>
            <a:r>
              <a:rPr kumimoji="0" lang="nl-BE" altLang="nl-BE" b="1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in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hours_school_day: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for 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item 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in 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day_hours:</a:t>
            </a:r>
            <a:b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nl-BE" altLang="nl-BE" dirty="0">
                <a:solidFill>
                  <a:srgbClr val="000080"/>
                </a:solidFill>
                <a:latin typeface="Consolas" panose="020B0609020204030204" pitchFamily="49" charset="0"/>
              </a:rPr>
              <a:t>print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(item, </a:t>
            </a:r>
            <a:r>
              <a:rPr lang="nl-BE" altLang="nl-BE" dirty="0">
                <a:solidFill>
                  <a:srgbClr val="660099"/>
                </a:solidFill>
                <a:latin typeface="Consolas" panose="020B0609020204030204" pitchFamily="49" charset="0"/>
              </a:rPr>
              <a:t>end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b="1" dirty="0">
                <a:solidFill>
                  <a:srgbClr val="000080"/>
                </a:solidFill>
                <a:latin typeface="Consolas" panose="020B0609020204030204" pitchFamily="49" charset="0"/>
              </a:rPr>
              <a:t>\t</a:t>
            </a:r>
            <a:r>
              <a:rPr lang="nl-BE" altLang="nl-BE" b="1" dirty="0">
                <a:solidFill>
                  <a:srgbClr val="008080"/>
                </a:solidFill>
                <a:latin typeface="Consolas" panose="020B0609020204030204" pitchFamily="49" charset="0"/>
              </a:rPr>
              <a:t>'</a:t>
            </a:r>
            <a:r>
              <a:rPr lang="nl-BE" altLang="nl-BE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kumimoji="0" lang="nl-BE" altLang="nl-B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3322772-546F-4E94-A3D6-C85F915F4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0450" y="2258061"/>
            <a:ext cx="9175910" cy="369332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list_hours_day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'Mon'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Tue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'Wed'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Thu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1" i="0" u="none" strike="noStrike" cap="none" normalizeH="0" baseline="0" err="1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Fri</a:t>
            </a:r>
            <a:r>
              <a:rPr kumimoji="0" lang="nl-BE" altLang="nl-BE" b="1" i="0" u="none" strike="noStrike" cap="none" normalizeH="0" baseline="0">
                <a:ln>
                  <a:noFill/>
                </a:ln>
                <a:solidFill>
                  <a:srgbClr val="00808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4.5</a:t>
            </a:r>
            <a:r>
              <a:rPr kumimoji="0" lang="nl-BE" altLang="nl-BE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endParaRPr kumimoji="0" lang="nl-BE" altLang="nl-BE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447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6958"/>
    </mc:Choice>
    <mc:Fallback xmlns="">
      <p:transition spd="slow" advTm="306958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56799B-3D8B-43C4-A329-FC70E1876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err="1"/>
              <a:t>Tuple</a:t>
            </a:r>
            <a:r>
              <a:rPr lang="nl-BE"/>
              <a:t>() and List() functions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E18B48-F488-42AE-ABB7-F2742C623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/>
              <a:t>Just as you can use the functions int(), </a:t>
            </a:r>
            <a:r>
              <a:rPr lang="nl-BE" err="1"/>
              <a:t>str</a:t>
            </a:r>
            <a:r>
              <a:rPr lang="nl-BE"/>
              <a:t>(), </a:t>
            </a:r>
            <a:r>
              <a:rPr lang="nl-BE" err="1"/>
              <a:t>float(</a:t>
            </a:r>
            <a:r>
              <a:rPr lang="nl-BE"/>
              <a:t>), ... </a:t>
            </a:r>
            <a:r>
              <a:rPr lang="nl-BE" err="1"/>
              <a:t>to</a:t>
            </a:r>
            <a:r>
              <a:rPr lang="nl-BE"/>
              <a:t> </a:t>
            </a:r>
            <a:r>
              <a:rPr lang="nl-BE" err="1"/>
              <a:t>convert</a:t>
            </a:r>
            <a:r>
              <a:rPr lang="nl-BE"/>
              <a:t> a variable to a desired data type, you can also convert a range to a desired type: </a:t>
            </a:r>
            <a:r>
              <a:rPr lang="nl-BE" err="1"/>
              <a:t>Tuple</a:t>
            </a:r>
            <a:r>
              <a:rPr lang="nl-BE"/>
              <a:t> or List.</a:t>
            </a:r>
          </a:p>
          <a:p>
            <a:pPr>
              <a:lnSpc>
                <a:spcPct val="100000"/>
              </a:lnSpc>
            </a:pPr>
            <a:endParaRPr lang="nl-BE" sz="1600"/>
          </a:p>
          <a:p>
            <a:r>
              <a:rPr lang="nl-BE"/>
              <a:t>Example: </a:t>
            </a:r>
            <a:r>
              <a:rPr lang="nl-BE" err="1"/>
              <a:t>generate</a:t>
            </a:r>
            <a:r>
              <a:rPr lang="nl-BE"/>
              <a:t> a list of the even numbers between 1 and 20</a:t>
            </a:r>
            <a:br>
              <a:rPr lang="nl-BE"/>
            </a:br>
            <a:r>
              <a:rPr lang="nl-BE"/>
              <a:t>and a </a:t>
            </a:r>
            <a:r>
              <a:rPr lang="nl-BE" err="1"/>
              <a:t>tuple</a:t>
            </a:r>
            <a:r>
              <a:rPr lang="nl-BE"/>
              <a:t> with the odd numbers 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BB8E05-0CBE-4990-86EE-13F30AACA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B3154-47D9-4402-8EDB-E791933DC0B9}" type="slidenum">
              <a:rPr lang="nl-BE" smtClean="0"/>
              <a:pPr/>
              <a:t>31</a:t>
            </a:fld>
            <a:endParaRPr lang="nl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8C7BEE06-27DA-4648-A16F-206DDAB52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764" y="5216185"/>
            <a:ext cx="5029200" cy="84296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164D33D9-AFF3-4267-9004-8DC9CD660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523" y="4383777"/>
            <a:ext cx="5961888" cy="18466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nl-BE" altLang="nl-BE" sz="24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even_numbers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list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odd_numbers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kumimoji="0" lang="nl-BE" altLang="nl-BE" sz="2400" b="0" i="0" u="none" strike="noStrike" cap="none" normalizeH="0" baseline="0" err="1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tuple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21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  <a:b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even_numbers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nl-BE" altLang="nl-BE" sz="2400" b="0" i="0" u="none" strike="noStrike" cap="none" normalizeH="0" baseline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odd_numbers</a:t>
            </a:r>
            <a:r>
              <a:rPr kumimoji="0" lang="nl-BE" altLang="nl-BE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br>
              <a:rPr kumimoji="0" lang="nl-BE" altLang="nl-BE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nl-BE" altLang="nl-B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033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595"/>
    </mc:Choice>
    <mc:Fallback xmlns="">
      <p:transition spd="slow" advTm="4659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GUID" val="9dcc85d8-08f1-4abf-a971-77096d8b313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|3.3|0.5|10.7|1.1|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1.2|0.7|6.4|1"/>
</p:tagLst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2511</Words>
  <Application>Microsoft Office PowerPoint</Application>
  <PresentationFormat>Breedbeeld</PresentationFormat>
  <Paragraphs>320</Paragraphs>
  <Slides>31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31</vt:i4>
      </vt:variant>
    </vt:vector>
  </HeadingPairs>
  <TitlesOfParts>
    <vt:vector size="36" baseType="lpstr">
      <vt:lpstr>Arial</vt:lpstr>
      <vt:lpstr>Calibri</vt:lpstr>
      <vt:lpstr>Consolas</vt:lpstr>
      <vt:lpstr>Courier New</vt:lpstr>
      <vt:lpstr>Kantoorthema</vt:lpstr>
      <vt:lpstr>Chapter 5</vt:lpstr>
      <vt:lpstr>Content</vt:lpstr>
      <vt:lpstr>Collection data types</vt:lpstr>
      <vt:lpstr>Collections</vt:lpstr>
      <vt:lpstr>Tuple</vt:lpstr>
      <vt:lpstr>List</vt:lpstr>
      <vt:lpstr>Function len() (List and Tuple)</vt:lpstr>
      <vt:lpstr>Index (List and Tuple)</vt:lpstr>
      <vt:lpstr>Index (List and Tuple)</vt:lpstr>
      <vt:lpstr>Method index (List and Tuple)</vt:lpstr>
      <vt:lpstr>Slicing (List and Tuple)</vt:lpstr>
      <vt:lpstr>Check for occurrence in List or Tuple</vt:lpstr>
      <vt:lpstr>Check for occurrence in List or Tuple</vt:lpstr>
      <vt:lpstr>Check for occurrence in List or Tuple</vt:lpstr>
      <vt:lpstr>Methods for mutations of List</vt:lpstr>
      <vt:lpstr>Methods for mutations of List</vt:lpstr>
      <vt:lpstr>List mutation via keyword del</vt:lpstr>
      <vt:lpstr>Loop through a List or Tuple</vt:lpstr>
      <vt:lpstr>Loop through a Tuple</vt:lpstr>
      <vt:lpstr>Loop through a Tuple</vt:lpstr>
      <vt:lpstr>Loop through a Tuple</vt:lpstr>
      <vt:lpstr>Loop through a List</vt:lpstr>
      <vt:lpstr>Loop through a List</vt:lpstr>
      <vt:lpstr>Initialise a List</vt:lpstr>
      <vt:lpstr>Functions max, min and sum (List and Tuple)</vt:lpstr>
      <vt:lpstr>Operators (List and Tuple)</vt:lpstr>
      <vt:lpstr>Operators (List and Tuple)</vt:lpstr>
      <vt:lpstr>Series and operators (List and Tuple)</vt:lpstr>
      <vt:lpstr>Series and operators (List and Tuple)</vt:lpstr>
      <vt:lpstr>Nested sequences (List and Tuple)</vt:lpstr>
      <vt:lpstr>Tuple() and List() functions</vt:lpstr>
    </vt:vector>
  </TitlesOfParts>
  <Company>Thomas More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Christel Maes</dc:creator>
  <cp:lastModifiedBy>Eric Pauwels</cp:lastModifiedBy>
  <cp:revision>1</cp:revision>
  <cp:lastPrinted>2020-10-07T14:43:40Z</cp:lastPrinted>
  <dcterms:created xsi:type="dcterms:W3CDTF">2018-02-21T07:41:18Z</dcterms:created>
  <dcterms:modified xsi:type="dcterms:W3CDTF">2021-10-03T08:11:07Z</dcterms:modified>
</cp:coreProperties>
</file>